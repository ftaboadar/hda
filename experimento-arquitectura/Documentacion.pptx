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20104100" cy="121412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3" name="Shape 24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rial"/>
      </a:defRPr>
    </a:lvl1pPr>
    <a:lvl2pPr indent="228600" latinLnBrk="0">
      <a:defRPr sz="1200">
        <a:latin typeface="+mj-lt"/>
        <a:ea typeface="+mj-ea"/>
        <a:cs typeface="+mj-cs"/>
        <a:sym typeface="Arial"/>
      </a:defRPr>
    </a:lvl2pPr>
    <a:lvl3pPr indent="457200" latinLnBrk="0">
      <a:defRPr sz="1200">
        <a:latin typeface="+mj-lt"/>
        <a:ea typeface="+mj-ea"/>
        <a:cs typeface="+mj-cs"/>
        <a:sym typeface="Arial"/>
      </a:defRPr>
    </a:lvl3pPr>
    <a:lvl4pPr indent="685800" latinLnBrk="0">
      <a:defRPr sz="1200">
        <a:latin typeface="+mj-lt"/>
        <a:ea typeface="+mj-ea"/>
        <a:cs typeface="+mj-cs"/>
        <a:sym typeface="Arial"/>
      </a:defRPr>
    </a:lvl4pPr>
    <a:lvl5pPr indent="914400" latinLnBrk="0">
      <a:defRPr sz="1200">
        <a:latin typeface="+mj-lt"/>
        <a:ea typeface="+mj-ea"/>
        <a:cs typeface="+mj-cs"/>
        <a:sym typeface="Arial"/>
      </a:defRPr>
    </a:lvl5pPr>
    <a:lvl6pPr indent="1143000" latinLnBrk="0">
      <a:defRPr sz="1200">
        <a:latin typeface="+mj-lt"/>
        <a:ea typeface="+mj-ea"/>
        <a:cs typeface="+mj-cs"/>
        <a:sym typeface="Arial"/>
      </a:defRPr>
    </a:lvl6pPr>
    <a:lvl7pPr indent="1371600" latinLnBrk="0">
      <a:defRPr sz="1200">
        <a:latin typeface="+mj-lt"/>
        <a:ea typeface="+mj-ea"/>
        <a:cs typeface="+mj-cs"/>
        <a:sym typeface="Arial"/>
      </a:defRPr>
    </a:lvl7pPr>
    <a:lvl8pPr indent="1600200" latinLnBrk="0">
      <a:defRPr sz="1200">
        <a:latin typeface="+mj-lt"/>
        <a:ea typeface="+mj-ea"/>
        <a:cs typeface="+mj-cs"/>
        <a:sym typeface="Arial"/>
      </a:defRPr>
    </a:lvl8pPr>
    <a:lvl9pPr indent="1828800" latinLnBrk="0">
      <a:defRPr sz="12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Text"/>
          <p:cNvSpPr txBox="1"/>
          <p:nvPr>
            <p:ph type="title"/>
          </p:nvPr>
        </p:nvSpPr>
        <p:spPr>
          <a:xfrm>
            <a:off x="10585453" y="1987550"/>
            <a:ext cx="9220196" cy="4229100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Avenir Light"/>
                <a:ea typeface="Avenir Light"/>
                <a:cs typeface="Avenir Light"/>
                <a:sym typeface="Avenir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60" name="Body Level One…"/>
          <p:cNvSpPr txBox="1"/>
          <p:nvPr>
            <p:ph type="body" sz="quarter" idx="1"/>
          </p:nvPr>
        </p:nvSpPr>
        <p:spPr>
          <a:xfrm>
            <a:off x="10585443" y="6380162"/>
            <a:ext cx="9220196" cy="2933701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sz="2400">
                <a:solidFill>
                  <a:srgbClr val="53535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  <a:lvl2pPr marL="0" indent="457200">
              <a:buClrTx/>
              <a:buSzTx/>
              <a:buFontTx/>
              <a:buNone/>
              <a:defRPr sz="2400">
                <a:solidFill>
                  <a:srgbClr val="535353"/>
                </a:solidFill>
                <a:latin typeface="Avenir Book"/>
                <a:ea typeface="Avenir Book"/>
                <a:cs typeface="Avenir Book"/>
                <a:sym typeface="Avenir Book"/>
              </a:defRPr>
            </a:lvl2pPr>
            <a:lvl3pPr marL="0" indent="914400">
              <a:buClrTx/>
              <a:buSzTx/>
              <a:buFontTx/>
              <a:buNone/>
              <a:defRPr sz="2400">
                <a:solidFill>
                  <a:srgbClr val="535353"/>
                </a:solidFill>
                <a:latin typeface="Avenir Book"/>
                <a:ea typeface="Avenir Book"/>
                <a:cs typeface="Avenir Book"/>
                <a:sym typeface="Avenir Book"/>
              </a:defRPr>
            </a:lvl3pPr>
            <a:lvl4pPr marL="0" indent="1371600">
              <a:buClrTx/>
              <a:buSzTx/>
              <a:buFontTx/>
              <a:buNone/>
              <a:defRPr sz="2400">
                <a:solidFill>
                  <a:srgbClr val="535353"/>
                </a:solidFill>
                <a:latin typeface="Avenir Book"/>
                <a:ea typeface="Avenir Book"/>
                <a:cs typeface="Avenir Book"/>
                <a:sym typeface="Avenir Book"/>
              </a:defRPr>
            </a:lvl4pPr>
            <a:lvl5pPr marL="0" indent="1828800">
              <a:buClrTx/>
              <a:buSzTx/>
              <a:buFontTx/>
              <a:buNone/>
              <a:defRPr sz="2400">
                <a:solidFill>
                  <a:srgbClr val="535353"/>
                </a:solidFill>
                <a:latin typeface="Avenir Book"/>
                <a:ea typeface="Avenir Book"/>
                <a:cs typeface="Avenir Book"/>
                <a:sym typeface="Avenir Book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1" name="object 8"/>
          <p:cNvSpPr txBox="1"/>
          <p:nvPr/>
        </p:nvSpPr>
        <p:spPr>
          <a:xfrm>
            <a:off x="4288680" y="6949365"/>
            <a:ext cx="3489326" cy="158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b="1" sz="10400">
                <a:solidFill>
                  <a:srgbClr val="2BAAE1"/>
                </a:solidFill>
                <a:latin typeface="GT America Bold"/>
                <a:ea typeface="GT America Bold"/>
                <a:cs typeface="GT America Bold"/>
                <a:sym typeface="GT America Bold"/>
              </a:defRPr>
            </a:lvl1pPr>
          </a:lstStyle>
          <a:p>
            <a:pPr/>
            <a:r>
              <a:t>MISO</a:t>
            </a:r>
          </a:p>
        </p:txBody>
      </p:sp>
      <p:sp>
        <p:nvSpPr>
          <p:cNvPr id="62" name="object 9"/>
          <p:cNvSpPr txBox="1"/>
          <p:nvPr/>
        </p:nvSpPr>
        <p:spPr>
          <a:xfrm>
            <a:off x="3497629" y="8419000"/>
            <a:ext cx="507111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10" sz="2500">
                <a:solidFill>
                  <a:srgbClr val="2BAAE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Maestría </a:t>
            </a:r>
            <a:r>
              <a:rPr spc="-5"/>
              <a:t>en </a:t>
            </a:r>
            <a:r>
              <a:t>Ingeniería </a:t>
            </a:r>
            <a:r>
              <a:rPr spc="-5"/>
              <a:t>de</a:t>
            </a:r>
            <a:r>
              <a:rPr spc="-20"/>
              <a:t> </a:t>
            </a:r>
            <a:r>
              <a:t>Software</a:t>
            </a:r>
          </a:p>
        </p:txBody>
      </p:sp>
      <p:grpSp>
        <p:nvGrpSpPr>
          <p:cNvPr id="77" name="Grupo 8"/>
          <p:cNvGrpSpPr/>
          <p:nvPr/>
        </p:nvGrpSpPr>
        <p:grpSpPr>
          <a:xfrm>
            <a:off x="4535635" y="3337081"/>
            <a:ext cx="2994781" cy="3459031"/>
            <a:chOff x="0" y="0"/>
            <a:chExt cx="2994780" cy="3459030"/>
          </a:xfrm>
        </p:grpSpPr>
        <p:sp>
          <p:nvSpPr>
            <p:cNvPr id="63" name="object 10"/>
            <p:cNvSpPr/>
            <p:nvPr/>
          </p:nvSpPr>
          <p:spPr>
            <a:xfrm>
              <a:off x="2" y="1729511"/>
              <a:ext cx="2991055" cy="17295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26" y="0"/>
                  </a:moveTo>
                  <a:lnTo>
                    <a:pt x="0" y="10673"/>
                  </a:lnTo>
                  <a:lnTo>
                    <a:pt x="10726" y="21600"/>
                  </a:lnTo>
                  <a:lnTo>
                    <a:pt x="21600" y="10673"/>
                  </a:lnTo>
                  <a:lnTo>
                    <a:pt x="10726" y="0"/>
                  </a:lnTo>
                  <a:close/>
                </a:path>
              </a:pathLst>
            </a:custGeom>
            <a:solidFill>
              <a:srgbClr val="2BAAE1">
                <a:alpha val="59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" name="object 11"/>
            <p:cNvSpPr/>
            <p:nvPr/>
          </p:nvSpPr>
          <p:spPr>
            <a:xfrm>
              <a:off x="2" y="1729511"/>
              <a:ext cx="2991055" cy="17295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673"/>
                  </a:moveTo>
                  <a:lnTo>
                    <a:pt x="10726" y="0"/>
                  </a:lnTo>
                  <a:lnTo>
                    <a:pt x="21600" y="10673"/>
                  </a:lnTo>
                  <a:lnTo>
                    <a:pt x="10726" y="21600"/>
                  </a:lnTo>
                  <a:lnTo>
                    <a:pt x="0" y="10673"/>
                  </a:lnTo>
                  <a:close/>
                </a:path>
              </a:pathLst>
            </a:custGeom>
            <a:noFill/>
            <a:ln w="10872" cap="flat">
              <a:solidFill>
                <a:srgbClr val="2828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5" name="object 12"/>
            <p:cNvSpPr/>
            <p:nvPr/>
          </p:nvSpPr>
          <p:spPr>
            <a:xfrm>
              <a:off x="2" y="1139441"/>
              <a:ext cx="2991055" cy="17295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26" y="0"/>
                  </a:moveTo>
                  <a:lnTo>
                    <a:pt x="0" y="10673"/>
                  </a:lnTo>
                  <a:lnTo>
                    <a:pt x="10726" y="21600"/>
                  </a:lnTo>
                  <a:lnTo>
                    <a:pt x="21600" y="10673"/>
                  </a:lnTo>
                  <a:lnTo>
                    <a:pt x="10726" y="0"/>
                  </a:lnTo>
                  <a:close/>
                </a:path>
              </a:pathLst>
            </a:custGeom>
            <a:solidFill>
              <a:srgbClr val="2BAAE1">
                <a:alpha val="39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6" name="object 13"/>
            <p:cNvSpPr/>
            <p:nvPr/>
          </p:nvSpPr>
          <p:spPr>
            <a:xfrm>
              <a:off x="2" y="1139441"/>
              <a:ext cx="2991055" cy="17295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673"/>
                  </a:moveTo>
                  <a:lnTo>
                    <a:pt x="10726" y="0"/>
                  </a:lnTo>
                  <a:lnTo>
                    <a:pt x="21600" y="10673"/>
                  </a:lnTo>
                  <a:lnTo>
                    <a:pt x="10726" y="21600"/>
                  </a:lnTo>
                  <a:lnTo>
                    <a:pt x="0" y="10673"/>
                  </a:lnTo>
                  <a:close/>
                </a:path>
              </a:pathLst>
            </a:custGeom>
            <a:noFill/>
            <a:ln w="10872" cap="flat">
              <a:solidFill>
                <a:srgbClr val="2828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" name="object 14"/>
            <p:cNvSpPr/>
            <p:nvPr/>
          </p:nvSpPr>
          <p:spPr>
            <a:xfrm>
              <a:off x="2" y="569720"/>
              <a:ext cx="2991055" cy="17295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26" y="0"/>
                  </a:moveTo>
                  <a:lnTo>
                    <a:pt x="0" y="10673"/>
                  </a:lnTo>
                  <a:lnTo>
                    <a:pt x="10726" y="21600"/>
                  </a:lnTo>
                  <a:lnTo>
                    <a:pt x="21600" y="10673"/>
                  </a:lnTo>
                  <a:lnTo>
                    <a:pt x="10726" y="0"/>
                  </a:lnTo>
                  <a:close/>
                </a:path>
              </a:pathLst>
            </a:custGeom>
            <a:solidFill>
              <a:srgbClr val="2BAAE1">
                <a:alpha val="2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" name="object 15"/>
            <p:cNvSpPr/>
            <p:nvPr/>
          </p:nvSpPr>
          <p:spPr>
            <a:xfrm>
              <a:off x="2" y="569720"/>
              <a:ext cx="2991055" cy="17295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673"/>
                  </a:moveTo>
                  <a:lnTo>
                    <a:pt x="10726" y="0"/>
                  </a:lnTo>
                  <a:lnTo>
                    <a:pt x="21600" y="10673"/>
                  </a:lnTo>
                  <a:lnTo>
                    <a:pt x="10726" y="21600"/>
                  </a:lnTo>
                  <a:lnTo>
                    <a:pt x="0" y="10673"/>
                  </a:lnTo>
                  <a:close/>
                </a:path>
              </a:pathLst>
            </a:custGeom>
            <a:noFill/>
            <a:ln w="10872" cap="flat">
              <a:solidFill>
                <a:srgbClr val="2828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9" name="object 16"/>
            <p:cNvSpPr/>
            <p:nvPr/>
          </p:nvSpPr>
          <p:spPr>
            <a:xfrm>
              <a:off x="0" y="2584093"/>
              <a:ext cx="2991055" cy="8749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10727" y="21600"/>
                  </a:lnTo>
                  <a:lnTo>
                    <a:pt x="0" y="0"/>
                  </a:lnTo>
                </a:path>
              </a:pathLst>
            </a:cu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0" name="object 17"/>
            <p:cNvSpPr/>
            <p:nvPr/>
          </p:nvSpPr>
          <p:spPr>
            <a:xfrm>
              <a:off x="0" y="1424301"/>
              <a:ext cx="2991055" cy="8749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10727" y="21600"/>
                  </a:lnTo>
                  <a:lnTo>
                    <a:pt x="0" y="0"/>
                  </a:lnTo>
                </a:path>
              </a:pathLst>
            </a:cu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1" name="object 18"/>
            <p:cNvSpPr/>
            <p:nvPr/>
          </p:nvSpPr>
          <p:spPr>
            <a:xfrm>
              <a:off x="0" y="1994022"/>
              <a:ext cx="2991055" cy="8749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10727" y="21600"/>
                  </a:lnTo>
                  <a:lnTo>
                    <a:pt x="0" y="0"/>
                  </a:lnTo>
                </a:path>
              </a:pathLst>
            </a:cu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2" name="object 19"/>
            <p:cNvSpPr/>
            <p:nvPr/>
          </p:nvSpPr>
          <p:spPr>
            <a:xfrm>
              <a:off x="2" y="0"/>
              <a:ext cx="2991055" cy="17295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673"/>
                  </a:moveTo>
                  <a:lnTo>
                    <a:pt x="10726" y="0"/>
                  </a:lnTo>
                  <a:lnTo>
                    <a:pt x="21600" y="10673"/>
                  </a:lnTo>
                  <a:lnTo>
                    <a:pt x="10726" y="21600"/>
                  </a:lnTo>
                  <a:lnTo>
                    <a:pt x="0" y="10673"/>
                  </a:lnTo>
                  <a:close/>
                </a:path>
              </a:pathLst>
            </a:cu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3" name="object 20"/>
            <p:cNvSpPr/>
            <p:nvPr/>
          </p:nvSpPr>
          <p:spPr>
            <a:xfrm>
              <a:off x="2" y="0"/>
              <a:ext cx="2991055" cy="17295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26" y="0"/>
                  </a:moveTo>
                  <a:lnTo>
                    <a:pt x="0" y="10673"/>
                  </a:lnTo>
                  <a:lnTo>
                    <a:pt x="10726" y="21600"/>
                  </a:lnTo>
                  <a:lnTo>
                    <a:pt x="21600" y="10673"/>
                  </a:lnTo>
                  <a:lnTo>
                    <a:pt x="10726" y="0"/>
                  </a:lnTo>
                  <a:close/>
                </a:path>
              </a:pathLst>
            </a:custGeom>
            <a:solidFill>
              <a:srgbClr val="2BAAE1">
                <a:alpha val="9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4" name="object 21"/>
            <p:cNvSpPr/>
            <p:nvPr/>
          </p:nvSpPr>
          <p:spPr>
            <a:xfrm>
              <a:off x="2" y="0"/>
              <a:ext cx="2991055" cy="17295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673"/>
                  </a:moveTo>
                  <a:lnTo>
                    <a:pt x="10726" y="0"/>
                  </a:lnTo>
                  <a:lnTo>
                    <a:pt x="21600" y="10673"/>
                  </a:lnTo>
                  <a:lnTo>
                    <a:pt x="10726" y="21600"/>
                  </a:lnTo>
                  <a:lnTo>
                    <a:pt x="0" y="10673"/>
                  </a:lnTo>
                  <a:close/>
                </a:path>
              </a:pathLst>
            </a:custGeom>
            <a:noFill/>
            <a:ln w="10872" cap="flat">
              <a:solidFill>
                <a:srgbClr val="2828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5" name="object 22"/>
            <p:cNvSpPr/>
            <p:nvPr/>
          </p:nvSpPr>
          <p:spPr>
            <a:xfrm>
              <a:off x="3128" y="3605"/>
              <a:ext cx="2991653" cy="34544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6200"/>
                  </a:moveTo>
                  <a:lnTo>
                    <a:pt x="21600" y="5400"/>
                  </a:lnTo>
                  <a:lnTo>
                    <a:pt x="10800" y="0"/>
                  </a:lnTo>
                  <a:lnTo>
                    <a:pt x="0" y="5400"/>
                  </a:lnTo>
                  <a:lnTo>
                    <a:pt x="0" y="16200"/>
                  </a:lnTo>
                  <a:lnTo>
                    <a:pt x="10800" y="21600"/>
                  </a:lnTo>
                  <a:lnTo>
                    <a:pt x="21600" y="16200"/>
                  </a:lnTo>
                  <a:close/>
                </a:path>
              </a:pathLst>
            </a:cu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6" name="object 23"/>
            <p:cNvSpPr/>
            <p:nvPr/>
          </p:nvSpPr>
          <p:spPr>
            <a:xfrm flipH="1">
              <a:off x="1499885" y="1719252"/>
              <a:ext cx="1" cy="1733248"/>
            </a:xfrm>
            <a:prstGeom prst="line">
              <a:avLst/>
            </a:pr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78" name="object 3"/>
          <p:cNvSpPr/>
          <p:nvPr/>
        </p:nvSpPr>
        <p:spPr>
          <a:xfrm>
            <a:off x="9366249" y="3902935"/>
            <a:ext cx="1" cy="872219"/>
          </a:xfrm>
          <a:prstGeom prst="line">
            <a:avLst/>
          </a:prstGeom>
          <a:ln w="15873">
            <a:solidFill>
              <a:srgbClr val="009AB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object 4"/>
          <p:cNvSpPr/>
          <p:nvPr/>
        </p:nvSpPr>
        <p:spPr>
          <a:xfrm>
            <a:off x="9366249" y="4777609"/>
            <a:ext cx="1" cy="872219"/>
          </a:xfrm>
          <a:prstGeom prst="line">
            <a:avLst/>
          </a:prstGeom>
          <a:ln w="15873">
            <a:solidFill>
              <a:srgbClr val="5DB7A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object 5"/>
          <p:cNvSpPr/>
          <p:nvPr/>
        </p:nvSpPr>
        <p:spPr>
          <a:xfrm>
            <a:off x="9366250" y="5652296"/>
            <a:ext cx="1" cy="872218"/>
          </a:xfrm>
          <a:prstGeom prst="line">
            <a:avLst/>
          </a:prstGeom>
          <a:ln w="15873">
            <a:solidFill>
              <a:srgbClr val="EA28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object 6"/>
          <p:cNvSpPr/>
          <p:nvPr/>
        </p:nvSpPr>
        <p:spPr>
          <a:xfrm>
            <a:off x="9366250" y="6526971"/>
            <a:ext cx="1" cy="872218"/>
          </a:xfrm>
          <a:prstGeom prst="line">
            <a:avLst/>
          </a:prstGeom>
          <a:ln w="15873">
            <a:solidFill>
              <a:srgbClr val="FF513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object 7"/>
          <p:cNvSpPr/>
          <p:nvPr/>
        </p:nvSpPr>
        <p:spPr>
          <a:xfrm>
            <a:off x="9366250" y="7401645"/>
            <a:ext cx="1" cy="872218"/>
          </a:xfrm>
          <a:prstGeom prst="line">
            <a:avLst/>
          </a:prstGeom>
          <a:ln w="15873">
            <a:solidFill>
              <a:srgbClr val="F09C2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le Text"/>
          <p:cNvSpPr txBox="1"/>
          <p:nvPr>
            <p:ph type="title"/>
          </p:nvPr>
        </p:nvSpPr>
        <p:spPr>
          <a:xfrm>
            <a:off x="1371600" y="3028950"/>
            <a:ext cx="17340263" cy="505301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00" name="Body Level One…"/>
          <p:cNvSpPr txBox="1"/>
          <p:nvPr>
            <p:ph type="body" sz="quarter" idx="1"/>
          </p:nvPr>
        </p:nvSpPr>
        <p:spPr>
          <a:xfrm>
            <a:off x="1371600" y="8129588"/>
            <a:ext cx="17340263" cy="2657476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9" name="Body Level One…"/>
          <p:cNvSpPr txBox="1"/>
          <p:nvPr>
            <p:ph type="body" sz="half" idx="1"/>
          </p:nvPr>
        </p:nvSpPr>
        <p:spPr>
          <a:xfrm>
            <a:off x="1382712" y="3233738"/>
            <a:ext cx="8593138" cy="7707312"/>
          </a:xfrm>
          <a:prstGeom prst="rect">
            <a:avLst/>
          </a:prstGeom>
        </p:spPr>
        <p:txBody>
          <a:bodyPr/>
          <a:lstStyle>
            <a:lvl1pPr>
              <a:defRPr>
                <a:latin typeface="Avenir Book"/>
                <a:ea typeface="Avenir Book"/>
                <a:cs typeface="Avenir Book"/>
                <a:sym typeface="Avenir Book"/>
              </a:defRPr>
            </a:lvl1pPr>
            <a:lvl2pPr>
              <a:defRPr>
                <a:latin typeface="Avenir Book"/>
                <a:ea typeface="Avenir Book"/>
                <a:cs typeface="Avenir Book"/>
                <a:sym typeface="Avenir Book"/>
              </a:defRPr>
            </a:lvl2pPr>
            <a:lvl3pPr>
              <a:defRPr>
                <a:latin typeface="Avenir Book"/>
                <a:ea typeface="Avenir Book"/>
                <a:cs typeface="Avenir Book"/>
                <a:sym typeface="Avenir Book"/>
              </a:defRPr>
            </a:lvl3pPr>
            <a:lvl4pPr>
              <a:defRPr>
                <a:latin typeface="Avenir Book"/>
                <a:ea typeface="Avenir Book"/>
                <a:cs typeface="Avenir Book"/>
                <a:sym typeface="Avenir Book"/>
              </a:defRPr>
            </a:lvl4pPr>
            <a:lvl5pPr>
              <a:defRPr>
                <a:latin typeface="Avenir Book"/>
                <a:ea typeface="Avenir Book"/>
                <a:cs typeface="Avenir Book"/>
                <a:sym typeface="Avenir Book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/>
          <p:nvPr>
            <p:ph type="title"/>
          </p:nvPr>
        </p:nvSpPr>
        <p:spPr>
          <a:xfrm>
            <a:off x="1384300" y="1184275"/>
            <a:ext cx="17340263" cy="180975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18" name="Body Level One…"/>
          <p:cNvSpPr txBox="1"/>
          <p:nvPr>
            <p:ph type="body" sz="quarter" idx="1"/>
          </p:nvPr>
        </p:nvSpPr>
        <p:spPr>
          <a:xfrm>
            <a:off x="1384300" y="2978150"/>
            <a:ext cx="8505825" cy="1458913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FontTx/>
              <a:buNone/>
              <a:defRPr sz="2400">
                <a:latin typeface="Avenir Book"/>
                <a:ea typeface="Avenir Book"/>
                <a:cs typeface="Avenir Book"/>
                <a:sym typeface="Avenir Book"/>
              </a:defRPr>
            </a:lvl1pPr>
            <a:lvl2pPr marL="0" indent="457200">
              <a:buClrTx/>
              <a:buSzTx/>
              <a:buFontTx/>
              <a:buNone/>
              <a:defRPr sz="2400">
                <a:latin typeface="Avenir Book"/>
                <a:ea typeface="Avenir Book"/>
                <a:cs typeface="Avenir Book"/>
                <a:sym typeface="Avenir Book"/>
              </a:defRPr>
            </a:lvl2pPr>
            <a:lvl3pPr marL="0" indent="914400">
              <a:buClrTx/>
              <a:buSzTx/>
              <a:buFontTx/>
              <a:buNone/>
              <a:defRPr sz="2400">
                <a:latin typeface="Avenir Book"/>
                <a:ea typeface="Avenir Book"/>
                <a:cs typeface="Avenir Book"/>
                <a:sym typeface="Avenir Book"/>
              </a:defRPr>
            </a:lvl3pPr>
            <a:lvl4pPr marL="0" indent="1371600">
              <a:buClrTx/>
              <a:buSzTx/>
              <a:buFontTx/>
              <a:buNone/>
              <a:defRPr sz="2400">
                <a:latin typeface="Avenir Book"/>
                <a:ea typeface="Avenir Book"/>
                <a:cs typeface="Avenir Book"/>
                <a:sym typeface="Avenir Book"/>
              </a:defRPr>
            </a:lvl4pPr>
            <a:lvl5pPr marL="0" indent="1828800">
              <a:buClrTx/>
              <a:buSzTx/>
              <a:buFontTx/>
              <a:buNone/>
              <a:defRPr sz="2400">
                <a:latin typeface="Avenir Book"/>
                <a:ea typeface="Avenir Book"/>
                <a:cs typeface="Avenir Book"/>
                <a:sym typeface="Avenir Book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Marcador de texto 4"/>
          <p:cNvSpPr/>
          <p:nvPr>
            <p:ph type="body" sz="quarter" idx="21"/>
          </p:nvPr>
        </p:nvSpPr>
        <p:spPr>
          <a:xfrm>
            <a:off x="10177463" y="2978150"/>
            <a:ext cx="8547101" cy="1458913"/>
          </a:xfrm>
          <a:prstGeom prst="rect">
            <a:avLst/>
          </a:prstGeom>
        </p:spPr>
        <p:txBody>
          <a:bodyPr anchor="b"/>
          <a:lstStyle/>
          <a:p>
            <a:pPr marL="0" indent="0">
              <a:buClrTx/>
              <a:buSzTx/>
              <a:buFontTx/>
              <a:buNone/>
              <a:defRPr b="1" sz="2400"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itle Text"/>
          <p:cNvSpPr txBox="1"/>
          <p:nvPr>
            <p:ph type="title"/>
          </p:nvPr>
        </p:nvSpPr>
        <p:spPr>
          <a:xfrm>
            <a:off x="1384300" y="1120775"/>
            <a:ext cx="6484938" cy="252412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143" name="Body Level One…"/>
          <p:cNvSpPr txBox="1"/>
          <p:nvPr>
            <p:ph type="body" sz="half" idx="1"/>
          </p:nvPr>
        </p:nvSpPr>
        <p:spPr>
          <a:xfrm>
            <a:off x="8547100" y="1749425"/>
            <a:ext cx="10177464" cy="86328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4" name="Marcador de texto 3"/>
          <p:cNvSpPr/>
          <p:nvPr>
            <p:ph type="body" sz="quarter" idx="21"/>
          </p:nvPr>
        </p:nvSpPr>
        <p:spPr>
          <a:xfrm>
            <a:off x="1384299" y="3644900"/>
            <a:ext cx="6484940" cy="6750050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FontTx/>
              <a:buNone/>
              <a:defRPr sz="1600"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itle Text"/>
          <p:cNvSpPr txBox="1"/>
          <p:nvPr>
            <p:ph type="title"/>
          </p:nvPr>
        </p:nvSpPr>
        <p:spPr>
          <a:xfrm>
            <a:off x="1384300" y="809625"/>
            <a:ext cx="6484938" cy="283527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153" name="Marcador de posición de imagen 2"/>
          <p:cNvSpPr/>
          <p:nvPr>
            <p:ph type="pic" sz="half" idx="21"/>
          </p:nvPr>
        </p:nvSpPr>
        <p:spPr>
          <a:xfrm>
            <a:off x="8547100" y="1749425"/>
            <a:ext cx="10177464" cy="86328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54" name="Body Level One…"/>
          <p:cNvSpPr txBox="1"/>
          <p:nvPr>
            <p:ph type="body" sz="quarter" idx="1"/>
          </p:nvPr>
        </p:nvSpPr>
        <p:spPr>
          <a:xfrm>
            <a:off x="1384300" y="3644900"/>
            <a:ext cx="6484938" cy="6750050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sz="1600"/>
            </a:lvl1pPr>
            <a:lvl2pPr marL="0" indent="457200">
              <a:buClrTx/>
              <a:buSzTx/>
              <a:buFontTx/>
              <a:buNone/>
              <a:defRPr sz="1600"/>
            </a:lvl2pPr>
            <a:lvl3pPr marL="0" indent="914400">
              <a:buClrTx/>
              <a:buSzTx/>
              <a:buFontTx/>
              <a:buNone/>
              <a:defRPr sz="1600"/>
            </a:lvl3pPr>
            <a:lvl4pPr marL="0" indent="1371600">
              <a:buClrTx/>
              <a:buSzTx/>
              <a:buFontTx/>
              <a:buNone/>
              <a:defRPr sz="1600"/>
            </a:lvl4pPr>
            <a:lvl5pPr marL="0" indent="1828800">
              <a:buClrTx/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Body Level One…"/>
          <p:cNvSpPr txBox="1"/>
          <p:nvPr>
            <p:ph type="body" sz="half" idx="1"/>
          </p:nvPr>
        </p:nvSpPr>
        <p:spPr>
          <a:xfrm>
            <a:off x="2102291" y="2268740"/>
            <a:ext cx="15899517" cy="5430522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3" name="Slide Number"/>
          <p:cNvSpPr txBox="1"/>
          <p:nvPr>
            <p:ph type="sldNum" sz="quarter" idx="2"/>
          </p:nvPr>
        </p:nvSpPr>
        <p:spPr>
          <a:xfrm>
            <a:off x="18539172" y="11495992"/>
            <a:ext cx="182216" cy="172816"/>
          </a:xfrm>
          <a:prstGeom prst="rect">
            <a:avLst/>
          </a:prstGeom>
        </p:spPr>
        <p:txBody>
          <a:bodyPr lIns="0" tIns="0" rIns="0" bIns="0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Body Level One…"/>
          <p:cNvSpPr txBox="1"/>
          <p:nvPr>
            <p:ph type="body" sz="half" idx="1"/>
          </p:nvPr>
        </p:nvSpPr>
        <p:spPr>
          <a:xfrm>
            <a:off x="1005205" y="2793936"/>
            <a:ext cx="8745285" cy="8017383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1" name="Slide Number"/>
          <p:cNvSpPr txBox="1"/>
          <p:nvPr>
            <p:ph type="sldNum" sz="quarter" idx="2"/>
          </p:nvPr>
        </p:nvSpPr>
        <p:spPr>
          <a:xfrm>
            <a:off x="18539172" y="11495992"/>
            <a:ext cx="182216" cy="172816"/>
          </a:xfrm>
          <a:prstGeom prst="rect">
            <a:avLst/>
          </a:prstGeom>
        </p:spPr>
        <p:txBody>
          <a:bodyPr lIns="0" tIns="0" rIns="0" bIns="0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object 2"/>
          <p:cNvSpPr/>
          <p:nvPr/>
        </p:nvSpPr>
        <p:spPr>
          <a:xfrm>
            <a:off x="0" y="3893"/>
            <a:ext cx="20104100" cy="12141201"/>
          </a:xfrm>
          <a:prstGeom prst="rect">
            <a:avLst/>
          </a:prstGeom>
          <a:solidFill>
            <a:srgbClr val="3421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object 4"/>
          <p:cNvSpPr/>
          <p:nvPr/>
        </p:nvSpPr>
        <p:spPr>
          <a:xfrm>
            <a:off x="10312120" y="3935531"/>
            <a:ext cx="1" cy="872219"/>
          </a:xfrm>
          <a:prstGeom prst="line">
            <a:avLst/>
          </a:prstGeom>
          <a:ln w="4392">
            <a:solidFill>
              <a:srgbClr val="009AB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object 5"/>
          <p:cNvSpPr/>
          <p:nvPr/>
        </p:nvSpPr>
        <p:spPr>
          <a:xfrm>
            <a:off x="10312120" y="4810207"/>
            <a:ext cx="1" cy="872209"/>
          </a:xfrm>
          <a:prstGeom prst="line">
            <a:avLst/>
          </a:prstGeom>
          <a:ln w="4392">
            <a:solidFill>
              <a:srgbClr val="5DB7A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1" name="object 6"/>
          <p:cNvSpPr/>
          <p:nvPr/>
        </p:nvSpPr>
        <p:spPr>
          <a:xfrm>
            <a:off x="10312120" y="5684893"/>
            <a:ext cx="1" cy="872218"/>
          </a:xfrm>
          <a:prstGeom prst="line">
            <a:avLst/>
          </a:prstGeom>
          <a:ln w="4392">
            <a:solidFill>
              <a:srgbClr val="EA28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object 7"/>
          <p:cNvSpPr/>
          <p:nvPr/>
        </p:nvSpPr>
        <p:spPr>
          <a:xfrm>
            <a:off x="10312120" y="6559556"/>
            <a:ext cx="1" cy="872218"/>
          </a:xfrm>
          <a:prstGeom prst="line">
            <a:avLst/>
          </a:prstGeom>
          <a:ln w="4392">
            <a:solidFill>
              <a:srgbClr val="FF513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object 8"/>
          <p:cNvSpPr/>
          <p:nvPr/>
        </p:nvSpPr>
        <p:spPr>
          <a:xfrm>
            <a:off x="10312120" y="7434242"/>
            <a:ext cx="1" cy="872218"/>
          </a:xfrm>
          <a:prstGeom prst="line">
            <a:avLst/>
          </a:prstGeom>
          <a:ln w="4392">
            <a:solidFill>
              <a:srgbClr val="F09C2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object 9"/>
          <p:cNvSpPr txBox="1"/>
          <p:nvPr/>
        </p:nvSpPr>
        <p:spPr>
          <a:xfrm>
            <a:off x="4266934" y="6981984"/>
            <a:ext cx="3489326" cy="158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b="1" sz="10400">
                <a:solidFill>
                  <a:srgbClr val="2BAAE1"/>
                </a:solidFill>
                <a:latin typeface="GT America Bold"/>
                <a:ea typeface="GT America Bold"/>
                <a:cs typeface="GT America Bold"/>
                <a:sym typeface="GT America Bold"/>
              </a:defRPr>
            </a:lvl1pPr>
          </a:lstStyle>
          <a:p>
            <a:pPr/>
            <a:r>
              <a:t>MISO</a:t>
            </a:r>
          </a:p>
        </p:txBody>
      </p:sp>
      <p:sp>
        <p:nvSpPr>
          <p:cNvPr id="185" name="object 10"/>
          <p:cNvSpPr txBox="1"/>
          <p:nvPr/>
        </p:nvSpPr>
        <p:spPr>
          <a:xfrm>
            <a:off x="3475883" y="8451619"/>
            <a:ext cx="507111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10" sz="2500">
                <a:solidFill>
                  <a:srgbClr val="2BAAE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Maestría </a:t>
            </a:r>
            <a:r>
              <a:rPr spc="-5"/>
              <a:t>en </a:t>
            </a:r>
            <a:r>
              <a:t>Ingeniería </a:t>
            </a:r>
            <a:r>
              <a:rPr spc="-5"/>
              <a:t>de</a:t>
            </a:r>
            <a:r>
              <a:rPr spc="-20"/>
              <a:t> </a:t>
            </a:r>
            <a:r>
              <a:t>Software</a:t>
            </a:r>
          </a:p>
        </p:txBody>
      </p:sp>
      <p:grpSp>
        <p:nvGrpSpPr>
          <p:cNvPr id="200" name="Grupo 10"/>
          <p:cNvGrpSpPr/>
          <p:nvPr/>
        </p:nvGrpSpPr>
        <p:grpSpPr>
          <a:xfrm>
            <a:off x="4513896" y="3369700"/>
            <a:ext cx="2994778" cy="3459030"/>
            <a:chOff x="0" y="0"/>
            <a:chExt cx="2994776" cy="3459029"/>
          </a:xfrm>
        </p:grpSpPr>
        <p:sp>
          <p:nvSpPr>
            <p:cNvPr id="186" name="object 11"/>
            <p:cNvSpPr/>
            <p:nvPr/>
          </p:nvSpPr>
          <p:spPr>
            <a:xfrm>
              <a:off x="0" y="1729511"/>
              <a:ext cx="2991044" cy="17295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27" y="0"/>
                  </a:moveTo>
                  <a:lnTo>
                    <a:pt x="0" y="10673"/>
                  </a:lnTo>
                  <a:lnTo>
                    <a:pt x="10727" y="21600"/>
                  </a:lnTo>
                  <a:lnTo>
                    <a:pt x="21600" y="10673"/>
                  </a:lnTo>
                  <a:lnTo>
                    <a:pt x="10727" y="0"/>
                  </a:lnTo>
                  <a:close/>
                </a:path>
              </a:pathLst>
            </a:custGeom>
            <a:solidFill>
              <a:srgbClr val="2BAAE1">
                <a:alpha val="59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7" name="object 12"/>
            <p:cNvSpPr/>
            <p:nvPr/>
          </p:nvSpPr>
          <p:spPr>
            <a:xfrm>
              <a:off x="0" y="1729511"/>
              <a:ext cx="2991044" cy="17295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673"/>
                  </a:moveTo>
                  <a:lnTo>
                    <a:pt x="10726" y="0"/>
                  </a:lnTo>
                  <a:lnTo>
                    <a:pt x="21600" y="10673"/>
                  </a:lnTo>
                  <a:lnTo>
                    <a:pt x="10726" y="21600"/>
                  </a:lnTo>
                  <a:lnTo>
                    <a:pt x="0" y="10673"/>
                  </a:lnTo>
                  <a:close/>
                </a:path>
              </a:pathLst>
            </a:custGeom>
            <a:noFill/>
            <a:ln w="10872" cap="flat">
              <a:solidFill>
                <a:srgbClr val="2828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8" name="object 13"/>
            <p:cNvSpPr/>
            <p:nvPr/>
          </p:nvSpPr>
          <p:spPr>
            <a:xfrm>
              <a:off x="0" y="1139441"/>
              <a:ext cx="2991044" cy="17295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27" y="0"/>
                  </a:moveTo>
                  <a:lnTo>
                    <a:pt x="0" y="10673"/>
                  </a:lnTo>
                  <a:lnTo>
                    <a:pt x="10727" y="21600"/>
                  </a:lnTo>
                  <a:lnTo>
                    <a:pt x="21600" y="10673"/>
                  </a:lnTo>
                  <a:lnTo>
                    <a:pt x="10727" y="0"/>
                  </a:lnTo>
                  <a:close/>
                </a:path>
              </a:pathLst>
            </a:custGeom>
            <a:solidFill>
              <a:srgbClr val="2BAAE1">
                <a:alpha val="39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9" name="object 14"/>
            <p:cNvSpPr/>
            <p:nvPr/>
          </p:nvSpPr>
          <p:spPr>
            <a:xfrm>
              <a:off x="0" y="1139441"/>
              <a:ext cx="2991044" cy="17295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673"/>
                  </a:moveTo>
                  <a:lnTo>
                    <a:pt x="10726" y="0"/>
                  </a:lnTo>
                  <a:lnTo>
                    <a:pt x="21600" y="10673"/>
                  </a:lnTo>
                  <a:lnTo>
                    <a:pt x="10726" y="21600"/>
                  </a:lnTo>
                  <a:lnTo>
                    <a:pt x="0" y="10673"/>
                  </a:lnTo>
                  <a:close/>
                </a:path>
              </a:pathLst>
            </a:custGeom>
            <a:noFill/>
            <a:ln w="10872" cap="flat">
              <a:solidFill>
                <a:srgbClr val="2828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0" name="object 15"/>
            <p:cNvSpPr/>
            <p:nvPr/>
          </p:nvSpPr>
          <p:spPr>
            <a:xfrm>
              <a:off x="0" y="569720"/>
              <a:ext cx="2991044" cy="17295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27" y="0"/>
                  </a:moveTo>
                  <a:lnTo>
                    <a:pt x="0" y="10673"/>
                  </a:lnTo>
                  <a:lnTo>
                    <a:pt x="10727" y="21600"/>
                  </a:lnTo>
                  <a:lnTo>
                    <a:pt x="21600" y="10673"/>
                  </a:lnTo>
                  <a:lnTo>
                    <a:pt x="10727" y="0"/>
                  </a:lnTo>
                  <a:close/>
                </a:path>
              </a:pathLst>
            </a:custGeom>
            <a:solidFill>
              <a:srgbClr val="2BAAE1">
                <a:alpha val="2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1" name="object 16"/>
            <p:cNvSpPr/>
            <p:nvPr/>
          </p:nvSpPr>
          <p:spPr>
            <a:xfrm>
              <a:off x="0" y="569720"/>
              <a:ext cx="2991044" cy="17295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673"/>
                  </a:moveTo>
                  <a:lnTo>
                    <a:pt x="10726" y="0"/>
                  </a:lnTo>
                  <a:lnTo>
                    <a:pt x="21600" y="10673"/>
                  </a:lnTo>
                  <a:lnTo>
                    <a:pt x="10726" y="21600"/>
                  </a:lnTo>
                  <a:lnTo>
                    <a:pt x="0" y="10673"/>
                  </a:lnTo>
                  <a:close/>
                </a:path>
              </a:pathLst>
            </a:custGeom>
            <a:noFill/>
            <a:ln w="10872" cap="flat">
              <a:solidFill>
                <a:srgbClr val="2828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2" name="object 17"/>
            <p:cNvSpPr/>
            <p:nvPr/>
          </p:nvSpPr>
          <p:spPr>
            <a:xfrm>
              <a:off x="4" y="2584092"/>
              <a:ext cx="2991044" cy="8749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10726" y="21600"/>
                  </a:lnTo>
                  <a:lnTo>
                    <a:pt x="0" y="0"/>
                  </a:lnTo>
                </a:path>
              </a:pathLst>
            </a:cu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3" name="object 18"/>
            <p:cNvSpPr/>
            <p:nvPr/>
          </p:nvSpPr>
          <p:spPr>
            <a:xfrm>
              <a:off x="4" y="1424301"/>
              <a:ext cx="2991044" cy="8749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10726" y="21600"/>
                  </a:lnTo>
                  <a:lnTo>
                    <a:pt x="0" y="0"/>
                  </a:lnTo>
                </a:path>
              </a:pathLst>
            </a:cu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4" name="object 19"/>
            <p:cNvSpPr/>
            <p:nvPr/>
          </p:nvSpPr>
          <p:spPr>
            <a:xfrm>
              <a:off x="4" y="1994022"/>
              <a:ext cx="2991044" cy="8749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10726" y="21600"/>
                  </a:lnTo>
                  <a:lnTo>
                    <a:pt x="0" y="0"/>
                  </a:lnTo>
                </a:path>
              </a:pathLst>
            </a:cu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5" name="object 20"/>
            <p:cNvSpPr/>
            <p:nvPr/>
          </p:nvSpPr>
          <p:spPr>
            <a:xfrm>
              <a:off x="0" y="0"/>
              <a:ext cx="2991044" cy="17295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673"/>
                  </a:moveTo>
                  <a:lnTo>
                    <a:pt x="10726" y="0"/>
                  </a:lnTo>
                  <a:lnTo>
                    <a:pt x="21600" y="10673"/>
                  </a:lnTo>
                  <a:lnTo>
                    <a:pt x="10726" y="21600"/>
                  </a:lnTo>
                  <a:lnTo>
                    <a:pt x="0" y="10673"/>
                  </a:lnTo>
                  <a:close/>
                </a:path>
              </a:pathLst>
            </a:cu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6" name="object 21"/>
            <p:cNvSpPr/>
            <p:nvPr/>
          </p:nvSpPr>
          <p:spPr>
            <a:xfrm>
              <a:off x="0" y="0"/>
              <a:ext cx="2991044" cy="17295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27" y="0"/>
                  </a:moveTo>
                  <a:lnTo>
                    <a:pt x="0" y="10673"/>
                  </a:lnTo>
                  <a:lnTo>
                    <a:pt x="10727" y="21600"/>
                  </a:lnTo>
                  <a:lnTo>
                    <a:pt x="21600" y="10673"/>
                  </a:lnTo>
                  <a:lnTo>
                    <a:pt x="10727" y="0"/>
                  </a:lnTo>
                  <a:close/>
                </a:path>
              </a:pathLst>
            </a:custGeom>
            <a:solidFill>
              <a:srgbClr val="2BAAE1">
                <a:alpha val="9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7" name="object 22"/>
            <p:cNvSpPr/>
            <p:nvPr/>
          </p:nvSpPr>
          <p:spPr>
            <a:xfrm>
              <a:off x="0" y="0"/>
              <a:ext cx="2991044" cy="17295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673"/>
                  </a:moveTo>
                  <a:lnTo>
                    <a:pt x="10726" y="0"/>
                  </a:lnTo>
                  <a:lnTo>
                    <a:pt x="21600" y="10673"/>
                  </a:lnTo>
                  <a:lnTo>
                    <a:pt x="10726" y="21600"/>
                  </a:lnTo>
                  <a:lnTo>
                    <a:pt x="0" y="10673"/>
                  </a:lnTo>
                  <a:close/>
                </a:path>
              </a:pathLst>
            </a:custGeom>
            <a:noFill/>
            <a:ln w="10872" cap="flat">
              <a:solidFill>
                <a:srgbClr val="2828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8" name="object 23"/>
            <p:cNvSpPr/>
            <p:nvPr/>
          </p:nvSpPr>
          <p:spPr>
            <a:xfrm>
              <a:off x="3115" y="3604"/>
              <a:ext cx="2991662" cy="34544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6200"/>
                  </a:moveTo>
                  <a:lnTo>
                    <a:pt x="21600" y="5400"/>
                  </a:lnTo>
                  <a:lnTo>
                    <a:pt x="10800" y="0"/>
                  </a:lnTo>
                  <a:lnTo>
                    <a:pt x="0" y="5400"/>
                  </a:lnTo>
                  <a:lnTo>
                    <a:pt x="0" y="16200"/>
                  </a:lnTo>
                  <a:lnTo>
                    <a:pt x="10800" y="21600"/>
                  </a:lnTo>
                  <a:lnTo>
                    <a:pt x="21600" y="16200"/>
                  </a:lnTo>
                  <a:close/>
                </a:path>
              </a:pathLst>
            </a:cu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9" name="object 24"/>
            <p:cNvSpPr/>
            <p:nvPr/>
          </p:nvSpPr>
          <p:spPr>
            <a:xfrm flipH="1">
              <a:off x="1499873" y="1719252"/>
              <a:ext cx="1" cy="1733248"/>
            </a:xfrm>
            <a:prstGeom prst="line">
              <a:avLst/>
            </a:pr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201" name="Title Text"/>
          <p:cNvSpPr txBox="1"/>
          <p:nvPr>
            <p:ph type="title"/>
          </p:nvPr>
        </p:nvSpPr>
        <p:spPr>
          <a:xfrm>
            <a:off x="10585450" y="3935531"/>
            <a:ext cx="8135939" cy="437120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02" name="Slide Number"/>
          <p:cNvSpPr txBox="1"/>
          <p:nvPr>
            <p:ph type="sldNum" sz="quarter" idx="2"/>
          </p:nvPr>
        </p:nvSpPr>
        <p:spPr>
          <a:xfrm>
            <a:off x="9716980" y="10929243"/>
            <a:ext cx="4690958" cy="647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ersonaje a 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itle Text"/>
          <p:cNvSpPr txBox="1"/>
          <p:nvPr>
            <p:ph type="title"/>
          </p:nvPr>
        </p:nvSpPr>
        <p:spPr>
          <a:xfrm>
            <a:off x="10052050" y="646112"/>
            <a:ext cx="8669339" cy="23479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32174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10" name="Body Level One…"/>
          <p:cNvSpPr txBox="1"/>
          <p:nvPr>
            <p:ph type="body" sz="half" idx="1"/>
          </p:nvPr>
        </p:nvSpPr>
        <p:spPr>
          <a:xfrm>
            <a:off x="10052050" y="3233738"/>
            <a:ext cx="8669339" cy="7707312"/>
          </a:xfrm>
          <a:prstGeom prst="rect">
            <a:avLst/>
          </a:prstGeom>
        </p:spPr>
        <p:txBody>
          <a:bodyPr/>
          <a:lstStyle>
            <a:lvl1pPr>
              <a:buClr>
                <a:srgbClr val="332174"/>
              </a:buClr>
            </a:lvl1pPr>
            <a:lvl2pPr>
              <a:buClr>
                <a:srgbClr val="332174"/>
              </a:buClr>
            </a:lvl2pPr>
            <a:lvl3pPr>
              <a:buClr>
                <a:srgbClr val="332174"/>
              </a:buClr>
            </a:lvl3pPr>
            <a:lvl4pPr>
              <a:buClr>
                <a:srgbClr val="332174"/>
              </a:buClr>
            </a:lvl4pPr>
            <a:lvl5pPr>
              <a:buClr>
                <a:srgbClr val="332174"/>
              </a:buCl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1" name="Slide Number"/>
          <p:cNvSpPr txBox="1"/>
          <p:nvPr>
            <p:ph type="sldNum" sz="quarter" idx="2"/>
          </p:nvPr>
        </p:nvSpPr>
        <p:spPr>
          <a:xfrm>
            <a:off x="9716980" y="10929243"/>
            <a:ext cx="4690958" cy="647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ersonaje a la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itle Text"/>
          <p:cNvSpPr txBox="1"/>
          <p:nvPr>
            <p:ph type="title"/>
          </p:nvPr>
        </p:nvSpPr>
        <p:spPr>
          <a:xfrm>
            <a:off x="1382712" y="742950"/>
            <a:ext cx="8669340" cy="23479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32174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19" name="Body Level One…"/>
          <p:cNvSpPr txBox="1"/>
          <p:nvPr>
            <p:ph type="body" sz="half" idx="1"/>
          </p:nvPr>
        </p:nvSpPr>
        <p:spPr>
          <a:xfrm>
            <a:off x="1382712" y="3330575"/>
            <a:ext cx="8669340" cy="7707312"/>
          </a:xfrm>
          <a:prstGeom prst="rect">
            <a:avLst/>
          </a:prstGeom>
        </p:spPr>
        <p:txBody>
          <a:bodyPr/>
          <a:lstStyle>
            <a:lvl1pPr>
              <a:buClr>
                <a:srgbClr val="332174"/>
              </a:buClr>
            </a:lvl1pPr>
            <a:lvl2pPr>
              <a:buClr>
                <a:srgbClr val="332174"/>
              </a:buClr>
            </a:lvl2pPr>
            <a:lvl3pPr>
              <a:buClr>
                <a:srgbClr val="332174"/>
              </a:buClr>
            </a:lvl3pPr>
            <a:lvl4pPr>
              <a:buClr>
                <a:srgbClr val="332174"/>
              </a:buClr>
            </a:lvl4pPr>
            <a:lvl5pPr>
              <a:buClr>
                <a:srgbClr val="332174"/>
              </a:buCl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0" name="Slide Number"/>
          <p:cNvSpPr txBox="1"/>
          <p:nvPr>
            <p:ph type="sldNum" sz="quarter" idx="2"/>
          </p:nvPr>
        </p:nvSpPr>
        <p:spPr>
          <a:xfrm>
            <a:off x="9716980" y="10929243"/>
            <a:ext cx="4690958" cy="647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ersonaje a la izquierda sin encabe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Body Level One…"/>
          <p:cNvSpPr txBox="1"/>
          <p:nvPr>
            <p:ph type="body" sz="half" idx="1"/>
          </p:nvPr>
        </p:nvSpPr>
        <p:spPr>
          <a:xfrm>
            <a:off x="1382712" y="892175"/>
            <a:ext cx="8669338" cy="10145712"/>
          </a:xfrm>
          <a:prstGeom prst="rect">
            <a:avLst/>
          </a:prstGeom>
        </p:spPr>
        <p:txBody>
          <a:bodyPr/>
          <a:lstStyle>
            <a:lvl1pPr>
              <a:buClr>
                <a:srgbClr val="332174"/>
              </a:buClr>
            </a:lvl1pPr>
            <a:lvl2pPr>
              <a:buClr>
                <a:srgbClr val="332174"/>
              </a:buClr>
            </a:lvl2pPr>
            <a:lvl3pPr>
              <a:buClr>
                <a:srgbClr val="332174"/>
              </a:buClr>
            </a:lvl3pPr>
            <a:lvl4pPr>
              <a:buClr>
                <a:srgbClr val="332174"/>
              </a:buClr>
            </a:lvl4pPr>
            <a:lvl5pPr>
              <a:buClr>
                <a:srgbClr val="332174"/>
              </a:buCl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8" name="Slide Number"/>
          <p:cNvSpPr txBox="1"/>
          <p:nvPr>
            <p:ph type="sldNum" sz="quarter" idx="2"/>
          </p:nvPr>
        </p:nvSpPr>
        <p:spPr>
          <a:xfrm>
            <a:off x="9716980" y="10929243"/>
            <a:ext cx="4690958" cy="647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ersonaje a la derecha sin encabe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Body Level One…"/>
          <p:cNvSpPr txBox="1"/>
          <p:nvPr>
            <p:ph type="body" sz="half" idx="1"/>
          </p:nvPr>
        </p:nvSpPr>
        <p:spPr>
          <a:xfrm>
            <a:off x="10052050" y="1000919"/>
            <a:ext cx="8669337" cy="10145712"/>
          </a:xfrm>
          <a:prstGeom prst="rect">
            <a:avLst/>
          </a:prstGeom>
        </p:spPr>
        <p:txBody>
          <a:bodyPr/>
          <a:lstStyle>
            <a:lvl1pPr>
              <a:buClr>
                <a:srgbClr val="332174"/>
              </a:buClr>
            </a:lvl1pPr>
            <a:lvl2pPr>
              <a:buClr>
                <a:srgbClr val="332174"/>
              </a:buClr>
            </a:lvl2pPr>
            <a:lvl3pPr>
              <a:buClr>
                <a:srgbClr val="332174"/>
              </a:buClr>
            </a:lvl3pPr>
            <a:lvl4pPr>
              <a:buClr>
                <a:srgbClr val="332174"/>
              </a:buClr>
            </a:lvl4pPr>
            <a:lvl5pPr>
              <a:buClr>
                <a:srgbClr val="332174"/>
              </a:buCl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6" name="Slide Number"/>
          <p:cNvSpPr txBox="1"/>
          <p:nvPr>
            <p:ph type="sldNum" sz="quarter" idx="2"/>
          </p:nvPr>
        </p:nvSpPr>
        <p:spPr>
          <a:xfrm>
            <a:off x="9716980" y="10929243"/>
            <a:ext cx="4690958" cy="647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o 7"/>
          <p:cNvGrpSpPr/>
          <p:nvPr/>
        </p:nvGrpSpPr>
        <p:grpSpPr>
          <a:xfrm>
            <a:off x="-1" y="-1"/>
            <a:ext cx="10817909" cy="12145097"/>
            <a:chOff x="0" y="0"/>
            <a:chExt cx="10817908" cy="12145095"/>
          </a:xfrm>
        </p:grpSpPr>
        <p:sp>
          <p:nvSpPr>
            <p:cNvPr id="2" name="object 2"/>
            <p:cNvSpPr/>
            <p:nvPr/>
          </p:nvSpPr>
          <p:spPr>
            <a:xfrm>
              <a:off x="0" y="6067113"/>
              <a:ext cx="10528501" cy="60779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686" y="0"/>
                  </a:moveTo>
                  <a:lnTo>
                    <a:pt x="0" y="10650"/>
                  </a:lnTo>
                  <a:lnTo>
                    <a:pt x="0" y="10812"/>
                  </a:lnTo>
                  <a:lnTo>
                    <a:pt x="10572" y="21600"/>
                  </a:lnTo>
                  <a:lnTo>
                    <a:pt x="10801" y="21600"/>
                  </a:lnTo>
                  <a:lnTo>
                    <a:pt x="21600" y="10730"/>
                  </a:lnTo>
                  <a:lnTo>
                    <a:pt x="10686" y="0"/>
                  </a:lnTo>
                  <a:close/>
                </a:path>
              </a:pathLst>
            </a:custGeom>
            <a:solidFill>
              <a:srgbClr val="2BAAE1">
                <a:alpha val="5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" name="object 3"/>
            <p:cNvSpPr/>
            <p:nvPr/>
          </p:nvSpPr>
          <p:spPr>
            <a:xfrm>
              <a:off x="-1" y="6067113"/>
              <a:ext cx="10528501" cy="60779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650"/>
                  </a:moveTo>
                  <a:lnTo>
                    <a:pt x="10686" y="0"/>
                  </a:lnTo>
                  <a:lnTo>
                    <a:pt x="21600" y="10730"/>
                  </a:lnTo>
                  <a:lnTo>
                    <a:pt x="10801" y="21600"/>
                  </a:lnTo>
                </a:path>
              </a:pathLst>
            </a:custGeom>
            <a:noFill/>
            <a:ln w="10872" cap="flat">
              <a:solidFill>
                <a:srgbClr val="2828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" name="object 4"/>
            <p:cNvSpPr/>
            <p:nvPr/>
          </p:nvSpPr>
          <p:spPr>
            <a:xfrm flipH="1" flipV="1">
              <a:off x="-1" y="9109598"/>
              <a:ext cx="5153284" cy="3035498"/>
            </a:xfrm>
            <a:prstGeom prst="line">
              <a:avLst/>
            </a:prstGeom>
            <a:noFill/>
            <a:ln w="10872" cap="flat">
              <a:solidFill>
                <a:srgbClr val="2828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982318"/>
              <a:ext cx="10528501" cy="61106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686" y="0"/>
                  </a:moveTo>
                  <a:lnTo>
                    <a:pt x="0" y="10593"/>
                  </a:lnTo>
                  <a:lnTo>
                    <a:pt x="0" y="10755"/>
                  </a:lnTo>
                  <a:lnTo>
                    <a:pt x="10686" y="21600"/>
                  </a:lnTo>
                  <a:lnTo>
                    <a:pt x="21600" y="10673"/>
                  </a:lnTo>
                  <a:lnTo>
                    <a:pt x="10686" y="0"/>
                  </a:lnTo>
                  <a:close/>
                </a:path>
              </a:pathLst>
            </a:custGeom>
            <a:solidFill>
              <a:srgbClr val="2BAAE1">
                <a:alpha val="3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" name="object 6"/>
            <p:cNvSpPr/>
            <p:nvPr/>
          </p:nvSpPr>
          <p:spPr>
            <a:xfrm>
              <a:off x="-1" y="3982318"/>
              <a:ext cx="10528501" cy="61106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593"/>
                  </a:moveTo>
                  <a:lnTo>
                    <a:pt x="10686" y="0"/>
                  </a:lnTo>
                  <a:lnTo>
                    <a:pt x="21600" y="10673"/>
                  </a:lnTo>
                  <a:lnTo>
                    <a:pt x="10686" y="21600"/>
                  </a:lnTo>
                  <a:lnTo>
                    <a:pt x="0" y="10755"/>
                  </a:lnTo>
                </a:path>
              </a:pathLst>
            </a:custGeom>
            <a:noFill/>
            <a:ln w="10872" cap="flat">
              <a:solidFill>
                <a:srgbClr val="2828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969409"/>
              <a:ext cx="10528501" cy="61106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686" y="0"/>
                  </a:moveTo>
                  <a:lnTo>
                    <a:pt x="0" y="10593"/>
                  </a:lnTo>
                  <a:lnTo>
                    <a:pt x="0" y="10755"/>
                  </a:lnTo>
                  <a:lnTo>
                    <a:pt x="10686" y="21600"/>
                  </a:lnTo>
                  <a:lnTo>
                    <a:pt x="21600" y="10673"/>
                  </a:lnTo>
                  <a:lnTo>
                    <a:pt x="10686" y="0"/>
                  </a:lnTo>
                  <a:close/>
                </a:path>
              </a:pathLst>
            </a:custGeom>
            <a:solidFill>
              <a:srgbClr val="2BAAE1">
                <a:alpha val="24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" name="object 8"/>
            <p:cNvSpPr/>
            <p:nvPr/>
          </p:nvSpPr>
          <p:spPr>
            <a:xfrm>
              <a:off x="-1" y="1969409"/>
              <a:ext cx="10528501" cy="61106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593"/>
                  </a:moveTo>
                  <a:lnTo>
                    <a:pt x="10686" y="0"/>
                  </a:lnTo>
                  <a:lnTo>
                    <a:pt x="21600" y="10673"/>
                  </a:lnTo>
                  <a:lnTo>
                    <a:pt x="10686" y="21600"/>
                  </a:lnTo>
                  <a:lnTo>
                    <a:pt x="0" y="10755"/>
                  </a:lnTo>
                </a:path>
              </a:pathLst>
            </a:custGeom>
            <a:noFill/>
            <a:ln w="10872" cap="flat">
              <a:solidFill>
                <a:srgbClr val="2828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" name="object 9"/>
            <p:cNvSpPr/>
            <p:nvPr/>
          </p:nvSpPr>
          <p:spPr>
            <a:xfrm flipH="1">
              <a:off x="5264811" y="9086469"/>
              <a:ext cx="5263684" cy="3058625"/>
            </a:xfrm>
            <a:prstGeom prst="line">
              <a:avLst/>
            </a:pr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" name="object 10"/>
            <p:cNvSpPr/>
            <p:nvPr/>
          </p:nvSpPr>
          <p:spPr>
            <a:xfrm flipH="1" flipV="1">
              <a:off x="-1" y="9109601"/>
              <a:ext cx="5153291" cy="3035495"/>
            </a:xfrm>
            <a:prstGeom prst="line">
              <a:avLst/>
            </a:pr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4988764"/>
              <a:ext cx="10528494" cy="30912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10686" y="21600"/>
                  </a:lnTo>
                  <a:lnTo>
                    <a:pt x="0" y="162"/>
                  </a:lnTo>
                </a:path>
              </a:pathLst>
            </a:cu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7001674"/>
              <a:ext cx="10528494" cy="30912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10686" y="21600"/>
                  </a:lnTo>
                  <a:lnTo>
                    <a:pt x="0" y="162"/>
                  </a:lnTo>
                </a:path>
              </a:pathLst>
            </a:cu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" name="object 13"/>
            <p:cNvSpPr/>
            <p:nvPr/>
          </p:nvSpPr>
          <p:spPr>
            <a:xfrm flipV="1">
              <a:off x="-1" y="-1"/>
              <a:ext cx="5133079" cy="2953276"/>
            </a:xfrm>
            <a:prstGeom prst="line">
              <a:avLst/>
            </a:pr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" name="object 14"/>
            <p:cNvSpPr/>
            <p:nvPr/>
          </p:nvSpPr>
          <p:spPr>
            <a:xfrm>
              <a:off x="-1" y="-1"/>
              <a:ext cx="10528501" cy="60671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43" y="0"/>
                  </a:moveTo>
                  <a:lnTo>
                    <a:pt x="21600" y="10595"/>
                  </a:lnTo>
                  <a:lnTo>
                    <a:pt x="10686" y="21600"/>
                  </a:lnTo>
                  <a:lnTo>
                    <a:pt x="0" y="10677"/>
                  </a:lnTo>
                </a:path>
              </a:pathLst>
            </a:cu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-1"/>
              <a:ext cx="10528501" cy="60671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43" y="0"/>
                  </a:moveTo>
                  <a:lnTo>
                    <a:pt x="10531" y="0"/>
                  </a:lnTo>
                  <a:lnTo>
                    <a:pt x="0" y="10514"/>
                  </a:lnTo>
                  <a:lnTo>
                    <a:pt x="0" y="10677"/>
                  </a:lnTo>
                  <a:lnTo>
                    <a:pt x="10686" y="21600"/>
                  </a:lnTo>
                  <a:lnTo>
                    <a:pt x="21600" y="10595"/>
                  </a:lnTo>
                  <a:lnTo>
                    <a:pt x="10843" y="0"/>
                  </a:lnTo>
                  <a:close/>
                </a:path>
              </a:pathLst>
            </a:custGeom>
            <a:solidFill>
              <a:srgbClr val="2BAAE1">
                <a:alpha val="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" name="object 16"/>
            <p:cNvSpPr/>
            <p:nvPr/>
          </p:nvSpPr>
          <p:spPr>
            <a:xfrm flipV="1">
              <a:off x="-1" y="-1"/>
              <a:ext cx="5133079" cy="2953276"/>
            </a:xfrm>
            <a:prstGeom prst="line">
              <a:avLst/>
            </a:prstGeom>
            <a:noFill/>
            <a:ln w="10872" cap="flat">
              <a:solidFill>
                <a:srgbClr val="2828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1" y="-1"/>
              <a:ext cx="10528501" cy="60671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43" y="0"/>
                  </a:moveTo>
                  <a:lnTo>
                    <a:pt x="21600" y="10595"/>
                  </a:lnTo>
                  <a:lnTo>
                    <a:pt x="10686" y="21600"/>
                  </a:lnTo>
                  <a:lnTo>
                    <a:pt x="0" y="10677"/>
                  </a:lnTo>
                </a:path>
              </a:pathLst>
            </a:custGeom>
            <a:noFill/>
            <a:ln w="10872" cap="flat">
              <a:solidFill>
                <a:srgbClr val="2828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09948" y="-1"/>
              <a:ext cx="5231734" cy="91231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lnTo>
                    <a:pt x="21600" y="7151"/>
                  </a:lnTo>
                  <a:lnTo>
                    <a:pt x="0" y="0"/>
                  </a:lnTo>
                </a:path>
              </a:pathLst>
            </a:cu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" name="object 19"/>
            <p:cNvSpPr/>
            <p:nvPr/>
          </p:nvSpPr>
          <p:spPr>
            <a:xfrm flipH="1">
              <a:off x="-1" y="-1"/>
              <a:ext cx="5203487" cy="3004232"/>
            </a:xfrm>
            <a:prstGeom prst="line">
              <a:avLst/>
            </a:pr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0" name="object 20"/>
            <p:cNvSpPr/>
            <p:nvPr/>
          </p:nvSpPr>
          <p:spPr>
            <a:xfrm>
              <a:off x="-1" y="9139426"/>
              <a:ext cx="5205993" cy="3005667"/>
            </a:xfrm>
            <a:prstGeom prst="line">
              <a:avLst/>
            </a:pr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" name="object 21"/>
            <p:cNvSpPr/>
            <p:nvPr/>
          </p:nvSpPr>
          <p:spPr>
            <a:xfrm flipV="1">
              <a:off x="5307443" y="9123112"/>
              <a:ext cx="5234240" cy="3021981"/>
            </a:xfrm>
            <a:prstGeom prst="line">
              <a:avLst/>
            </a:pr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" name="object 22"/>
            <p:cNvSpPr/>
            <p:nvPr/>
          </p:nvSpPr>
          <p:spPr>
            <a:xfrm flipH="1">
              <a:off x="5259994" y="6030871"/>
              <a:ext cx="1" cy="6114223"/>
            </a:xfrm>
            <a:prstGeom prst="line">
              <a:avLst/>
            </a:pr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" name="object 27"/>
            <p:cNvSpPr/>
            <p:nvPr/>
          </p:nvSpPr>
          <p:spPr>
            <a:xfrm>
              <a:off x="8741857" y="11207295"/>
              <a:ext cx="2076051" cy="1"/>
            </a:xfrm>
            <a:prstGeom prst="line">
              <a:avLst/>
            </a:prstGeom>
            <a:noFill/>
            <a:ln w="21713" cap="flat">
              <a:solidFill>
                <a:srgbClr val="F09C2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7" name="Rectángulo 6"/>
          <p:cNvGrpSpPr/>
          <p:nvPr/>
        </p:nvGrpSpPr>
        <p:grpSpPr>
          <a:xfrm>
            <a:off x="-158750" y="-98425"/>
            <a:ext cx="20421600" cy="12245975"/>
            <a:chOff x="0" y="0"/>
            <a:chExt cx="20421600" cy="12245975"/>
          </a:xfrm>
        </p:grpSpPr>
        <p:sp>
          <p:nvSpPr>
            <p:cNvPr id="25" name="Rectangle"/>
            <p:cNvSpPr/>
            <p:nvPr/>
          </p:nvSpPr>
          <p:spPr>
            <a:xfrm>
              <a:off x="0" y="0"/>
              <a:ext cx="20421600" cy="12245975"/>
            </a:xfrm>
            <a:prstGeom prst="rect">
              <a:avLst/>
            </a:prstGeom>
            <a:solidFill>
              <a:srgbClr val="FFFFFF">
                <a:alpha val="91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6" name="v"/>
            <p:cNvSpPr txBox="1"/>
            <p:nvPr/>
          </p:nvSpPr>
          <p:spPr>
            <a:xfrm>
              <a:off x="45719" y="5947656"/>
              <a:ext cx="20330162" cy="350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v</a:t>
              </a:r>
            </a:p>
          </p:txBody>
        </p:sp>
      </p:grpSp>
      <p:grpSp>
        <p:nvGrpSpPr>
          <p:cNvPr id="42" name="Grupo 30"/>
          <p:cNvGrpSpPr/>
          <p:nvPr/>
        </p:nvGrpSpPr>
        <p:grpSpPr>
          <a:xfrm>
            <a:off x="16389773" y="206374"/>
            <a:ext cx="743694" cy="858975"/>
            <a:chOff x="0" y="0"/>
            <a:chExt cx="743693" cy="858974"/>
          </a:xfrm>
        </p:grpSpPr>
        <p:sp>
          <p:nvSpPr>
            <p:cNvPr id="28" name="object 30"/>
            <p:cNvSpPr/>
            <p:nvPr/>
          </p:nvSpPr>
          <p:spPr>
            <a:xfrm>
              <a:off x="0" y="429481"/>
              <a:ext cx="742765" cy="4294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27" y="0"/>
                  </a:moveTo>
                  <a:lnTo>
                    <a:pt x="0" y="10673"/>
                  </a:lnTo>
                  <a:lnTo>
                    <a:pt x="10727" y="21600"/>
                  </a:lnTo>
                  <a:lnTo>
                    <a:pt x="21600" y="10673"/>
                  </a:lnTo>
                  <a:lnTo>
                    <a:pt x="10727" y="0"/>
                  </a:lnTo>
                  <a:close/>
                </a:path>
              </a:pathLst>
            </a:custGeom>
            <a:solidFill>
              <a:srgbClr val="2BAAE1">
                <a:alpha val="59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" name="object 31"/>
            <p:cNvSpPr/>
            <p:nvPr/>
          </p:nvSpPr>
          <p:spPr>
            <a:xfrm>
              <a:off x="0" y="429481"/>
              <a:ext cx="742765" cy="4294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673"/>
                  </a:moveTo>
                  <a:lnTo>
                    <a:pt x="10727" y="0"/>
                  </a:lnTo>
                  <a:lnTo>
                    <a:pt x="21600" y="10673"/>
                  </a:lnTo>
                  <a:lnTo>
                    <a:pt x="10727" y="21600"/>
                  </a:lnTo>
                  <a:lnTo>
                    <a:pt x="0" y="10673"/>
                  </a:lnTo>
                  <a:close/>
                </a:path>
              </a:pathLst>
            </a:custGeom>
            <a:noFill/>
            <a:ln w="10872" cap="flat">
              <a:solidFill>
                <a:srgbClr val="2828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" name="object 32"/>
            <p:cNvSpPr/>
            <p:nvPr/>
          </p:nvSpPr>
          <p:spPr>
            <a:xfrm>
              <a:off x="0" y="282950"/>
              <a:ext cx="742765" cy="429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27" y="0"/>
                  </a:moveTo>
                  <a:lnTo>
                    <a:pt x="0" y="10673"/>
                  </a:lnTo>
                  <a:lnTo>
                    <a:pt x="10727" y="21600"/>
                  </a:lnTo>
                  <a:lnTo>
                    <a:pt x="21600" y="10673"/>
                  </a:lnTo>
                  <a:lnTo>
                    <a:pt x="10727" y="0"/>
                  </a:lnTo>
                  <a:close/>
                </a:path>
              </a:pathLst>
            </a:custGeom>
            <a:solidFill>
              <a:srgbClr val="2BAAE1">
                <a:alpha val="39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" name="object 33"/>
            <p:cNvSpPr/>
            <p:nvPr/>
          </p:nvSpPr>
          <p:spPr>
            <a:xfrm>
              <a:off x="0" y="282950"/>
              <a:ext cx="742765" cy="429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673"/>
                  </a:moveTo>
                  <a:lnTo>
                    <a:pt x="10727" y="0"/>
                  </a:lnTo>
                  <a:lnTo>
                    <a:pt x="21600" y="10673"/>
                  </a:lnTo>
                  <a:lnTo>
                    <a:pt x="10727" y="21600"/>
                  </a:lnTo>
                  <a:lnTo>
                    <a:pt x="0" y="10673"/>
                  </a:lnTo>
                  <a:close/>
                </a:path>
              </a:pathLst>
            </a:custGeom>
            <a:noFill/>
            <a:ln w="10872" cap="flat">
              <a:solidFill>
                <a:srgbClr val="2828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" name="object 34"/>
            <p:cNvSpPr/>
            <p:nvPr/>
          </p:nvSpPr>
          <p:spPr>
            <a:xfrm>
              <a:off x="0" y="141475"/>
              <a:ext cx="742765" cy="4294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27" y="0"/>
                  </a:moveTo>
                  <a:lnTo>
                    <a:pt x="0" y="10673"/>
                  </a:lnTo>
                  <a:lnTo>
                    <a:pt x="10727" y="21600"/>
                  </a:lnTo>
                  <a:lnTo>
                    <a:pt x="21600" y="10673"/>
                  </a:lnTo>
                  <a:lnTo>
                    <a:pt x="10727" y="0"/>
                  </a:lnTo>
                  <a:close/>
                </a:path>
              </a:pathLst>
            </a:custGeom>
            <a:solidFill>
              <a:srgbClr val="2BAAE1">
                <a:alpha val="2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" name="object 35"/>
            <p:cNvSpPr/>
            <p:nvPr/>
          </p:nvSpPr>
          <p:spPr>
            <a:xfrm>
              <a:off x="0" y="141475"/>
              <a:ext cx="742765" cy="4294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673"/>
                  </a:moveTo>
                  <a:lnTo>
                    <a:pt x="10727" y="0"/>
                  </a:lnTo>
                  <a:lnTo>
                    <a:pt x="21600" y="10673"/>
                  </a:lnTo>
                  <a:lnTo>
                    <a:pt x="10727" y="21600"/>
                  </a:lnTo>
                  <a:lnTo>
                    <a:pt x="0" y="10673"/>
                  </a:lnTo>
                  <a:close/>
                </a:path>
              </a:pathLst>
            </a:custGeom>
            <a:noFill/>
            <a:ln w="10872" cap="flat">
              <a:solidFill>
                <a:srgbClr val="2828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" name="object 36"/>
            <p:cNvSpPr/>
            <p:nvPr/>
          </p:nvSpPr>
          <p:spPr>
            <a:xfrm>
              <a:off x="4" y="641711"/>
              <a:ext cx="742766" cy="217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10726" y="21600"/>
                  </a:lnTo>
                  <a:lnTo>
                    <a:pt x="0" y="0"/>
                  </a:lnTo>
                </a:path>
              </a:pathLst>
            </a:cu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" name="object 37"/>
            <p:cNvSpPr/>
            <p:nvPr/>
          </p:nvSpPr>
          <p:spPr>
            <a:xfrm>
              <a:off x="4" y="353694"/>
              <a:ext cx="742766" cy="2172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10726" y="21600"/>
                  </a:lnTo>
                  <a:lnTo>
                    <a:pt x="0" y="0"/>
                  </a:lnTo>
                </a:path>
              </a:pathLst>
            </a:cu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" name="object 38"/>
            <p:cNvSpPr/>
            <p:nvPr/>
          </p:nvSpPr>
          <p:spPr>
            <a:xfrm>
              <a:off x="4" y="495179"/>
              <a:ext cx="742766" cy="217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10726" y="21600"/>
                  </a:lnTo>
                  <a:lnTo>
                    <a:pt x="0" y="0"/>
                  </a:lnTo>
                </a:path>
              </a:pathLst>
            </a:cu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" name="object 39"/>
            <p:cNvSpPr/>
            <p:nvPr/>
          </p:nvSpPr>
          <p:spPr>
            <a:xfrm>
              <a:off x="0" y="0"/>
              <a:ext cx="742765" cy="4294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673"/>
                  </a:moveTo>
                  <a:lnTo>
                    <a:pt x="10727" y="0"/>
                  </a:lnTo>
                  <a:lnTo>
                    <a:pt x="21600" y="10673"/>
                  </a:lnTo>
                  <a:lnTo>
                    <a:pt x="10727" y="21600"/>
                  </a:lnTo>
                  <a:lnTo>
                    <a:pt x="0" y="10673"/>
                  </a:lnTo>
                  <a:close/>
                </a:path>
              </a:pathLst>
            </a:cu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8" name="object 40"/>
            <p:cNvSpPr/>
            <p:nvPr/>
          </p:nvSpPr>
          <p:spPr>
            <a:xfrm>
              <a:off x="0" y="0"/>
              <a:ext cx="742765" cy="4294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27" y="0"/>
                  </a:moveTo>
                  <a:lnTo>
                    <a:pt x="0" y="10673"/>
                  </a:lnTo>
                  <a:lnTo>
                    <a:pt x="10727" y="21600"/>
                  </a:lnTo>
                  <a:lnTo>
                    <a:pt x="21600" y="10673"/>
                  </a:lnTo>
                  <a:lnTo>
                    <a:pt x="10727" y="0"/>
                  </a:lnTo>
                  <a:close/>
                </a:path>
              </a:pathLst>
            </a:custGeom>
            <a:solidFill>
              <a:srgbClr val="2BAAE1">
                <a:alpha val="9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9" name="object 41"/>
            <p:cNvSpPr/>
            <p:nvPr/>
          </p:nvSpPr>
          <p:spPr>
            <a:xfrm>
              <a:off x="0" y="0"/>
              <a:ext cx="742765" cy="4294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673"/>
                  </a:moveTo>
                  <a:lnTo>
                    <a:pt x="10727" y="0"/>
                  </a:lnTo>
                  <a:lnTo>
                    <a:pt x="21600" y="10673"/>
                  </a:lnTo>
                  <a:lnTo>
                    <a:pt x="10727" y="21600"/>
                  </a:lnTo>
                  <a:lnTo>
                    <a:pt x="0" y="10673"/>
                  </a:lnTo>
                  <a:close/>
                </a:path>
              </a:pathLst>
            </a:custGeom>
            <a:noFill/>
            <a:ln w="10872" cap="flat">
              <a:solidFill>
                <a:srgbClr val="2828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0" name="object 42"/>
            <p:cNvSpPr/>
            <p:nvPr/>
          </p:nvSpPr>
          <p:spPr>
            <a:xfrm>
              <a:off x="777" y="893"/>
              <a:ext cx="742917" cy="8578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6200"/>
                  </a:moveTo>
                  <a:lnTo>
                    <a:pt x="21600" y="5400"/>
                  </a:lnTo>
                  <a:lnTo>
                    <a:pt x="10800" y="0"/>
                  </a:lnTo>
                  <a:lnTo>
                    <a:pt x="0" y="5400"/>
                  </a:lnTo>
                  <a:lnTo>
                    <a:pt x="0" y="16200"/>
                  </a:lnTo>
                  <a:lnTo>
                    <a:pt x="10800" y="21600"/>
                  </a:lnTo>
                  <a:lnTo>
                    <a:pt x="21600" y="16200"/>
                  </a:lnTo>
                  <a:close/>
                </a:path>
              </a:pathLst>
            </a:cu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1" name="object 43"/>
            <p:cNvSpPr/>
            <p:nvPr/>
          </p:nvSpPr>
          <p:spPr>
            <a:xfrm flipH="1">
              <a:off x="372461" y="426936"/>
              <a:ext cx="1" cy="430418"/>
            </a:xfrm>
            <a:prstGeom prst="line">
              <a:avLst/>
            </a:prstGeom>
            <a:noFill/>
            <a:ln w="10872" cap="flat">
              <a:solidFill>
                <a:srgbClr val="0870B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43" name="object 45"/>
          <p:cNvSpPr/>
          <p:nvPr/>
        </p:nvSpPr>
        <p:spPr>
          <a:xfrm>
            <a:off x="9155031" y="619561"/>
            <a:ext cx="6980440" cy="1"/>
          </a:xfrm>
          <a:prstGeom prst="line">
            <a:avLst/>
          </a:prstGeom>
          <a:ln w="10872">
            <a:solidFill>
              <a:srgbClr val="2BAAE1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44" name="Gráfico 46" descr="Gráfico 4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386912" y="239423"/>
            <a:ext cx="2406326" cy="777654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bk object 16"/>
          <p:cNvSpPr/>
          <p:nvPr/>
        </p:nvSpPr>
        <p:spPr>
          <a:xfrm>
            <a:off x="17221967" y="11179175"/>
            <a:ext cx="2076051" cy="0"/>
          </a:xfrm>
          <a:prstGeom prst="line">
            <a:avLst/>
          </a:prstGeom>
          <a:ln w="21713">
            <a:solidFill>
              <a:srgbClr val="009AB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bk object 17"/>
          <p:cNvSpPr/>
          <p:nvPr/>
        </p:nvSpPr>
        <p:spPr>
          <a:xfrm>
            <a:off x="15140043" y="11179175"/>
            <a:ext cx="2076051" cy="0"/>
          </a:xfrm>
          <a:prstGeom prst="line">
            <a:avLst/>
          </a:prstGeom>
          <a:ln w="21713">
            <a:solidFill>
              <a:srgbClr val="5DB7A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bk object 18"/>
          <p:cNvSpPr/>
          <p:nvPr/>
        </p:nvSpPr>
        <p:spPr>
          <a:xfrm>
            <a:off x="13058113" y="11179175"/>
            <a:ext cx="2076051" cy="0"/>
          </a:xfrm>
          <a:prstGeom prst="line">
            <a:avLst/>
          </a:prstGeom>
          <a:ln w="21713">
            <a:solidFill>
              <a:srgbClr val="EA28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bk object 19"/>
          <p:cNvSpPr/>
          <p:nvPr/>
        </p:nvSpPr>
        <p:spPr>
          <a:xfrm>
            <a:off x="10976191" y="11179175"/>
            <a:ext cx="2076051" cy="0"/>
          </a:xfrm>
          <a:prstGeom prst="line">
            <a:avLst/>
          </a:prstGeom>
          <a:ln w="21713">
            <a:solidFill>
              <a:srgbClr val="FF513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bk object 20"/>
          <p:cNvSpPr/>
          <p:nvPr/>
        </p:nvSpPr>
        <p:spPr>
          <a:xfrm>
            <a:off x="8894257" y="11179175"/>
            <a:ext cx="2076051" cy="0"/>
          </a:xfrm>
          <a:prstGeom prst="line">
            <a:avLst/>
          </a:prstGeom>
          <a:ln w="21713">
            <a:solidFill>
              <a:srgbClr val="F09C2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Title Text"/>
          <p:cNvSpPr txBox="1"/>
          <p:nvPr>
            <p:ph type="title"/>
          </p:nvPr>
        </p:nvSpPr>
        <p:spPr>
          <a:xfrm>
            <a:off x="1382712" y="1211683"/>
            <a:ext cx="17338676" cy="1782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51" name="Body Level One…"/>
          <p:cNvSpPr txBox="1"/>
          <p:nvPr>
            <p:ph type="body" idx="1"/>
          </p:nvPr>
        </p:nvSpPr>
        <p:spPr>
          <a:xfrm>
            <a:off x="1382712" y="3233738"/>
            <a:ext cx="17338676" cy="7707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Slide Number"/>
          <p:cNvSpPr txBox="1"/>
          <p:nvPr>
            <p:ph type="sldNum" sz="quarter" idx="2"/>
          </p:nvPr>
        </p:nvSpPr>
        <p:spPr>
          <a:xfrm>
            <a:off x="18447732" y="11450272"/>
            <a:ext cx="273656" cy="26425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transition xmlns:p14="http://schemas.microsoft.com/office/powerpoint/2010/main" spd="med" advClick="1"/>
  <p:txStyles>
    <p:titleStyle>
      <a:lvl1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55A8DD"/>
          </a:solidFill>
          <a:uFillTx/>
          <a:latin typeface="Avenir Book"/>
          <a:ea typeface="Avenir Book"/>
          <a:cs typeface="Avenir Book"/>
          <a:sym typeface="Avenir Book"/>
        </a:defRPr>
      </a:lvl1pPr>
      <a:lvl2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55A8DD"/>
          </a:solidFill>
          <a:uFillTx/>
          <a:latin typeface="Avenir Book"/>
          <a:ea typeface="Avenir Book"/>
          <a:cs typeface="Avenir Book"/>
          <a:sym typeface="Avenir Book"/>
        </a:defRPr>
      </a:lvl2pPr>
      <a:lvl3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55A8DD"/>
          </a:solidFill>
          <a:uFillTx/>
          <a:latin typeface="Avenir Book"/>
          <a:ea typeface="Avenir Book"/>
          <a:cs typeface="Avenir Book"/>
          <a:sym typeface="Avenir Book"/>
        </a:defRPr>
      </a:lvl3pPr>
      <a:lvl4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55A8DD"/>
          </a:solidFill>
          <a:uFillTx/>
          <a:latin typeface="Avenir Book"/>
          <a:ea typeface="Avenir Book"/>
          <a:cs typeface="Avenir Book"/>
          <a:sym typeface="Avenir Book"/>
        </a:defRPr>
      </a:lvl4pPr>
      <a:lvl5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55A8DD"/>
          </a:solidFill>
          <a:uFillTx/>
          <a:latin typeface="Avenir Book"/>
          <a:ea typeface="Avenir Book"/>
          <a:cs typeface="Avenir Book"/>
          <a:sym typeface="Avenir Book"/>
        </a:defRPr>
      </a:lvl5pPr>
      <a:lvl6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55A8DD"/>
          </a:solidFill>
          <a:uFillTx/>
          <a:latin typeface="Avenir Book"/>
          <a:ea typeface="Avenir Book"/>
          <a:cs typeface="Avenir Book"/>
          <a:sym typeface="Avenir Book"/>
        </a:defRPr>
      </a:lvl6pPr>
      <a:lvl7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55A8DD"/>
          </a:solidFill>
          <a:uFillTx/>
          <a:latin typeface="Avenir Book"/>
          <a:ea typeface="Avenir Book"/>
          <a:cs typeface="Avenir Book"/>
          <a:sym typeface="Avenir Book"/>
        </a:defRPr>
      </a:lvl7pPr>
      <a:lvl8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55A8DD"/>
          </a:solidFill>
          <a:uFillTx/>
          <a:latin typeface="Avenir Book"/>
          <a:ea typeface="Avenir Book"/>
          <a:cs typeface="Avenir Book"/>
          <a:sym typeface="Avenir Book"/>
        </a:defRPr>
      </a:lvl8pPr>
      <a:lvl9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55A8DD"/>
          </a:solidFill>
          <a:uFillTx/>
          <a:latin typeface="Avenir Book"/>
          <a:ea typeface="Avenir Book"/>
          <a:cs typeface="Avenir Book"/>
          <a:sym typeface="Avenir Book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5A8DD"/>
        </a:buClr>
        <a:buSzPct val="100000"/>
        <a:buFont typeface="Arial"/>
        <a:buChar char="-"/>
        <a:tabLst/>
        <a:defRPr b="0" baseline="0" cap="none" i="0" spc="0" strike="noStrike" sz="2800" u="none">
          <a:solidFill>
            <a:srgbClr val="000000"/>
          </a:solidFill>
          <a:uFillTx/>
          <a:latin typeface="Avenir Light"/>
          <a:ea typeface="Avenir Light"/>
          <a:cs typeface="Avenir Light"/>
          <a:sym typeface="Avenir Light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5A8DD"/>
        </a:buClr>
        <a:buSzPct val="100000"/>
        <a:buFont typeface="Arial"/>
        <a:buChar char="-"/>
        <a:tabLst/>
        <a:defRPr b="0" baseline="0" cap="none" i="0" spc="0" strike="noStrike" sz="2800" u="none">
          <a:solidFill>
            <a:srgbClr val="000000"/>
          </a:solidFill>
          <a:uFillTx/>
          <a:latin typeface="Avenir Light"/>
          <a:ea typeface="Avenir Light"/>
          <a:cs typeface="Avenir Light"/>
          <a:sym typeface="Avenir Light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5A8DD"/>
        </a:buClr>
        <a:buSzPct val="100000"/>
        <a:buFont typeface="Arial"/>
        <a:buChar char="-"/>
        <a:tabLst/>
        <a:defRPr b="0" baseline="0" cap="none" i="0" spc="0" strike="noStrike" sz="2800" u="none">
          <a:solidFill>
            <a:srgbClr val="000000"/>
          </a:solidFill>
          <a:uFillTx/>
          <a:latin typeface="Avenir Light"/>
          <a:ea typeface="Avenir Light"/>
          <a:cs typeface="Avenir Light"/>
          <a:sym typeface="Avenir Light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5A8DD"/>
        </a:buClr>
        <a:buSzPct val="100000"/>
        <a:buFont typeface="Arial"/>
        <a:buChar char="-"/>
        <a:tabLst/>
        <a:defRPr b="0" baseline="0" cap="none" i="0" spc="0" strike="noStrike" sz="2800" u="none">
          <a:solidFill>
            <a:srgbClr val="000000"/>
          </a:solidFill>
          <a:uFillTx/>
          <a:latin typeface="Avenir Light"/>
          <a:ea typeface="Avenir Light"/>
          <a:cs typeface="Avenir Light"/>
          <a:sym typeface="Avenir Light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5A8DD"/>
        </a:buClr>
        <a:buSzPct val="100000"/>
        <a:buFont typeface="Arial"/>
        <a:buChar char="-"/>
        <a:tabLst/>
        <a:defRPr b="0" baseline="0" cap="none" i="0" spc="0" strike="noStrike" sz="2800" u="none">
          <a:solidFill>
            <a:srgbClr val="000000"/>
          </a:solidFill>
          <a:uFillTx/>
          <a:latin typeface="Avenir Light"/>
          <a:ea typeface="Avenir Light"/>
          <a:cs typeface="Avenir Light"/>
          <a:sym typeface="Avenir Light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5A8DD"/>
        </a:buClr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venir Light"/>
          <a:ea typeface="Avenir Light"/>
          <a:cs typeface="Avenir Light"/>
          <a:sym typeface="Avenir Light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5A8DD"/>
        </a:buClr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venir Light"/>
          <a:ea typeface="Avenir Light"/>
          <a:cs typeface="Avenir Light"/>
          <a:sym typeface="Avenir Light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5A8DD"/>
        </a:buClr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venir Light"/>
          <a:ea typeface="Avenir Light"/>
          <a:cs typeface="Avenir Light"/>
          <a:sym typeface="Avenir Light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5A8DD"/>
        </a:buClr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venir Light"/>
          <a:ea typeface="Avenir Light"/>
          <a:cs typeface="Avenir Light"/>
          <a:sym typeface="Avenir Light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Entrega 2: Template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itle 1"/>
          <p:cNvSpPr txBox="1"/>
          <p:nvPr>
            <p:ph type="title"/>
          </p:nvPr>
        </p:nvSpPr>
        <p:spPr>
          <a:xfrm>
            <a:off x="603219" y="128803"/>
            <a:ext cx="8669339" cy="865695"/>
          </a:xfrm>
          <a:prstGeom prst="rect">
            <a:avLst/>
          </a:prstGeom>
        </p:spPr>
        <p:txBody>
          <a:bodyPr/>
          <a:lstStyle/>
          <a:p>
            <a:pPr/>
            <a:r>
              <a:t>Requerimientos de calidad</a:t>
            </a:r>
          </a:p>
        </p:txBody>
      </p:sp>
      <p:graphicFrame>
        <p:nvGraphicFramePr>
          <p:cNvPr id="248" name="Table 1"/>
          <p:cNvGraphicFramePr/>
          <p:nvPr/>
        </p:nvGraphicFramePr>
        <p:xfrm>
          <a:off x="702651" y="1148681"/>
          <a:ext cx="18359397" cy="9994054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6115565"/>
                <a:gridCol w="6115565"/>
                <a:gridCol w="6115565"/>
              </a:tblGrid>
              <a:tr h="1506631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FFFFFF"/>
                          </a:solidFill>
                          <a:latin typeface="Avenir Heavy"/>
                          <a:ea typeface="Avenir Heavy"/>
                          <a:cs typeface="Avenir Heavy"/>
                          <a:sym typeface="Avenir Heavy"/>
                        </a:rPr>
                        <a:t>Atributo de calidad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FFFFFF"/>
                          </a:solidFill>
                          <a:latin typeface="Avenir Heavy"/>
                          <a:ea typeface="Avenir Heavy"/>
                          <a:cs typeface="Avenir Heavy"/>
                          <a:sym typeface="Avenir Heavy"/>
                        </a:rPr>
                        <a:t>Prioridad (L/M/H)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FFFFFF"/>
                          </a:solidFill>
                          <a:latin typeface="Avenir Heavy"/>
                          <a:ea typeface="Avenir Heavy"/>
                          <a:cs typeface="Avenir Heavy"/>
                          <a:sym typeface="Avenir Heavy"/>
                        </a:rPr>
                        <a:t>Justificación</a:t>
                      </a:r>
                    </a:p>
                  </a:txBody>
                  <a:tcPr marL="0" marR="0" marT="0" marB="0" anchor="ctr" anchorCtr="0" horzOverflow="overflow"/>
                </a:tc>
              </a:tr>
              <a:tr h="2824907">
                <a:tc>
                  <a:txBody>
                    <a:bodyPr/>
                    <a:lstStyle/>
                    <a:p>
                      <a:pPr algn="ctr">
                        <a:defRPr sz="2600">
                          <a:latin typeface="Avenir Light"/>
                          <a:ea typeface="Avenir Light"/>
                          <a:cs typeface="Avenir Light"/>
                          <a:sym typeface="Avenir Light"/>
                        </a:defRPr>
                      </a:pP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2600">
                          <a:latin typeface="Avenir Light"/>
                          <a:ea typeface="Avenir Light"/>
                          <a:cs typeface="Avenir Light"/>
                          <a:sym typeface="Avenir Light"/>
                        </a:defRPr>
                      </a:pP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2600">
                          <a:latin typeface="Avenir Light"/>
                          <a:ea typeface="Avenir Light"/>
                          <a:cs typeface="Avenir Light"/>
                          <a:sym typeface="Avenir Light"/>
                        </a:defRPr>
                      </a:pPr>
                    </a:p>
                  </a:txBody>
                  <a:tcPr marL="0" marR="0" marT="0" marB="0" anchor="ctr" anchorCtr="0" horzOverflow="overflow"/>
                </a:tc>
              </a:tr>
              <a:tr h="2824907">
                <a:tc>
                  <a:txBody>
                    <a:bodyPr/>
                    <a:lstStyle/>
                    <a:p>
                      <a:pPr algn="ctr">
                        <a:defRPr sz="2600">
                          <a:latin typeface="Avenir Light"/>
                          <a:ea typeface="Avenir Light"/>
                          <a:cs typeface="Avenir Light"/>
                          <a:sym typeface="Avenir Light"/>
                        </a:defRPr>
                      </a:pP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2600">
                          <a:latin typeface="Avenir Light"/>
                          <a:ea typeface="Avenir Light"/>
                          <a:cs typeface="Avenir Light"/>
                          <a:sym typeface="Avenir Light"/>
                        </a:defRPr>
                      </a:pP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2600">
                          <a:latin typeface="Avenir Light"/>
                          <a:ea typeface="Avenir Light"/>
                          <a:cs typeface="Avenir Light"/>
                          <a:sym typeface="Avenir Light"/>
                        </a:defRPr>
                      </a:pPr>
                    </a:p>
                  </a:txBody>
                  <a:tcPr marL="0" marR="0" marT="0" marB="0" anchor="ctr" anchorCtr="0" horzOverflow="overflow"/>
                </a:tc>
              </a:tr>
              <a:tr h="2824907">
                <a:tc>
                  <a:txBody>
                    <a:bodyPr/>
                    <a:lstStyle/>
                    <a:p>
                      <a:pPr algn="ctr">
                        <a:defRPr sz="2600">
                          <a:latin typeface="Avenir Light"/>
                          <a:ea typeface="Avenir Light"/>
                          <a:cs typeface="Avenir Light"/>
                          <a:sym typeface="Avenir Light"/>
                        </a:defRPr>
                      </a:pP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2600">
                          <a:latin typeface="Avenir Light"/>
                          <a:ea typeface="Avenir Light"/>
                          <a:cs typeface="Avenir Light"/>
                          <a:sym typeface="Avenir Light"/>
                        </a:defRPr>
                      </a:pP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2600">
                          <a:latin typeface="Avenir Light"/>
                          <a:ea typeface="Avenir Light"/>
                          <a:cs typeface="Avenir Light"/>
                          <a:sym typeface="Avenir Light"/>
                        </a:defRPr>
                      </a:pPr>
                    </a:p>
                  </a:txBody>
                  <a:tcPr marL="0" marR="0" marT="0" marB="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itle 1"/>
          <p:cNvSpPr txBox="1"/>
          <p:nvPr>
            <p:ph type="title"/>
          </p:nvPr>
        </p:nvSpPr>
        <p:spPr>
          <a:xfrm>
            <a:off x="603219" y="128803"/>
            <a:ext cx="8669339" cy="865695"/>
          </a:xfrm>
          <a:prstGeom prst="rect">
            <a:avLst/>
          </a:prstGeom>
        </p:spPr>
        <p:txBody>
          <a:bodyPr/>
          <a:lstStyle/>
          <a:p>
            <a:pPr/>
            <a:r>
              <a:t>Puntos de vista</a:t>
            </a:r>
          </a:p>
        </p:txBody>
      </p:sp>
      <p:graphicFrame>
        <p:nvGraphicFramePr>
          <p:cNvPr id="251" name="Table 6"/>
          <p:cNvGraphicFramePr/>
          <p:nvPr/>
        </p:nvGraphicFramePr>
        <p:xfrm>
          <a:off x="296968" y="1173573"/>
          <a:ext cx="17064697" cy="99816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183995"/>
                <a:gridCol w="5784980"/>
                <a:gridCol w="1448400"/>
                <a:gridCol w="1668024"/>
                <a:gridCol w="1530221"/>
                <a:gridCol w="2537926"/>
                <a:gridCol w="1231641"/>
                <a:gridCol w="1679510"/>
              </a:tblGrid>
              <a:tr h="499080">
                <a:tc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b="1" sz="1600">
                          <a:solidFill>
                            <a:srgbClr val="4C4D4C"/>
                          </a:solidFill>
                        </a:rPr>
                        <a:t>Proyecto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600">
                          <a:solidFill>
                            <a:srgbClr val="4C4D4C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b="1" sz="1600">
                          <a:solidFill>
                            <a:srgbClr val="4C4D4C"/>
                          </a:solidFill>
                        </a:rPr>
                        <a:t>ID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600">
                          <a:solidFill>
                            <a:srgbClr val="4C4D4C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b="1" sz="1600">
                          <a:solidFill>
                            <a:srgbClr val="4C4D4C"/>
                          </a:solidFill>
                        </a:rPr>
                        <a:t>Elaboración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600">
                          <a:solidFill>
                            <a:srgbClr val="4C4D4C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b="1" sz="1600">
                          <a:solidFill>
                            <a:srgbClr val="4C4D4C"/>
                          </a:solidFill>
                        </a:rPr>
                        <a:t>Versión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600">
                          <a:solidFill>
                            <a:srgbClr val="4C4D4C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</a:tr>
              <a:tr h="499080">
                <a:tc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b="1" sz="1600">
                          <a:solidFill>
                            <a:srgbClr val="4C4D4C"/>
                          </a:solidFill>
                        </a:rPr>
                        <a:t>Vista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sz="1600">
                          <a:solidFill>
                            <a:srgbClr val="4C4D4C"/>
                          </a:solidFill>
                        </a:rPr>
                        <a:t>Contexto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b="1" sz="1600">
                          <a:solidFill>
                            <a:srgbClr val="4C4D4C"/>
                          </a:solidFill>
                        </a:rPr>
                        <a:t>Tipo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sz="1600">
                          <a:solidFill>
                            <a:srgbClr val="4C4D4C"/>
                          </a:solidFill>
                        </a:rPr>
                        <a:t> C&amp;C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graphicFrame>
        <p:nvGraphicFramePr>
          <p:cNvPr id="252" name="Table 7"/>
          <p:cNvGraphicFramePr/>
          <p:nvPr/>
        </p:nvGraphicFramePr>
        <p:xfrm>
          <a:off x="17410158" y="1173572"/>
          <a:ext cx="2396974" cy="99816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96973"/>
              </a:tblGrid>
              <a:tr h="341642">
                <a:tc>
                  <a:txBody>
                    <a:bodyPr/>
                    <a:lstStyle/>
                    <a:p>
                      <a:pPr algn="ctr" defTabSz="1507846">
                        <a:defRPr sz="1800"/>
                      </a:pPr>
                      <a:r>
                        <a:rPr b="1">
                          <a:solidFill>
                            <a:srgbClr val="4C4D4C"/>
                          </a:solidFill>
                        </a:rPr>
                        <a:t>Convención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</a:tr>
              <a:tr h="656518">
                <a:tc>
                  <a:txBody>
                    <a:bodyPr/>
                    <a:lstStyle/>
                    <a:p>
                      <a:pPr algn="ctr" defTabSz="1507846">
                        <a:defRPr sz="1800">
                          <a:solidFill>
                            <a:srgbClr val="4C4D4C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53" name="Table 8"/>
          <p:cNvGraphicFramePr/>
          <p:nvPr/>
        </p:nvGraphicFramePr>
        <p:xfrm>
          <a:off x="17410158" y="2195850"/>
          <a:ext cx="2396974" cy="877177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96973"/>
              </a:tblGrid>
              <a:tr h="8771778">
                <a:tc>
                  <a:txBody>
                    <a:bodyPr/>
                    <a:lstStyle/>
                    <a:p>
                      <a:pPr algn="l" defTabSz="1507846">
                        <a:defRPr sz="1800">
                          <a:solidFill>
                            <a:srgbClr val="4C4D4C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Double-click to edit"/>
          <p:cNvSpPr txBox="1"/>
          <p:nvPr>
            <p:ph type="body" idx="1"/>
          </p:nvPr>
        </p:nvSpPr>
        <p:spPr>
          <a:xfrm>
            <a:off x="532356" y="1299167"/>
            <a:ext cx="18763815" cy="1036190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6" name="Decisiones de diseño y descripción"/>
          <p:cNvSpPr txBox="1"/>
          <p:nvPr>
            <p:ph type="title"/>
          </p:nvPr>
        </p:nvSpPr>
        <p:spPr>
          <a:xfrm>
            <a:off x="603219" y="128803"/>
            <a:ext cx="9532891" cy="865695"/>
          </a:xfrm>
          <a:prstGeom prst="rect">
            <a:avLst/>
          </a:prstGeom>
        </p:spPr>
        <p:txBody>
          <a:bodyPr/>
          <a:lstStyle/>
          <a:p>
            <a:pPr/>
            <a:r>
              <a:t>Decisiones de diseño y descripción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itle 1"/>
          <p:cNvSpPr txBox="1"/>
          <p:nvPr>
            <p:ph type="title"/>
          </p:nvPr>
        </p:nvSpPr>
        <p:spPr>
          <a:xfrm>
            <a:off x="603219" y="128803"/>
            <a:ext cx="8669339" cy="865695"/>
          </a:xfrm>
          <a:prstGeom prst="rect">
            <a:avLst/>
          </a:prstGeom>
        </p:spPr>
        <p:txBody>
          <a:bodyPr/>
          <a:lstStyle/>
          <a:p>
            <a:pPr/>
            <a:r>
              <a:t>Puntos de vista</a:t>
            </a:r>
          </a:p>
        </p:txBody>
      </p:sp>
      <p:graphicFrame>
        <p:nvGraphicFramePr>
          <p:cNvPr id="259" name="Table 6"/>
          <p:cNvGraphicFramePr/>
          <p:nvPr/>
        </p:nvGraphicFramePr>
        <p:xfrm>
          <a:off x="296968" y="1173573"/>
          <a:ext cx="17064697" cy="99816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183995"/>
                <a:gridCol w="5784980"/>
                <a:gridCol w="1448400"/>
                <a:gridCol w="1668024"/>
                <a:gridCol w="1530221"/>
                <a:gridCol w="2537926"/>
                <a:gridCol w="1231641"/>
                <a:gridCol w="1679510"/>
              </a:tblGrid>
              <a:tr h="499080">
                <a:tc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b="1" sz="1600">
                          <a:solidFill>
                            <a:srgbClr val="4C4D4C"/>
                          </a:solidFill>
                        </a:rPr>
                        <a:t>Proyecto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600">
                          <a:solidFill>
                            <a:srgbClr val="4C4D4C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b="1" sz="1600">
                          <a:solidFill>
                            <a:srgbClr val="4C4D4C"/>
                          </a:solidFill>
                        </a:rPr>
                        <a:t>ID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600">
                          <a:solidFill>
                            <a:srgbClr val="4C4D4C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b="1" sz="1600">
                          <a:solidFill>
                            <a:srgbClr val="4C4D4C"/>
                          </a:solidFill>
                        </a:rPr>
                        <a:t>Elaboración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600">
                          <a:solidFill>
                            <a:srgbClr val="4C4D4C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b="1" sz="1600">
                          <a:solidFill>
                            <a:srgbClr val="4C4D4C"/>
                          </a:solidFill>
                        </a:rPr>
                        <a:t>Versión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600">
                          <a:solidFill>
                            <a:srgbClr val="4C4D4C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</a:tr>
              <a:tr h="499080">
                <a:tc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b="1" sz="1600">
                          <a:solidFill>
                            <a:srgbClr val="4C4D4C"/>
                          </a:solidFill>
                        </a:rPr>
                        <a:t>Vista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sz="1600">
                          <a:solidFill>
                            <a:srgbClr val="4C4D4C"/>
                          </a:solidFill>
                        </a:rPr>
                        <a:t>Funcional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b="1" sz="1600">
                          <a:solidFill>
                            <a:srgbClr val="4C4D4C"/>
                          </a:solidFill>
                        </a:rPr>
                        <a:t>Tipo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sz="1600">
                          <a:solidFill>
                            <a:srgbClr val="4C4D4C"/>
                          </a:solidFill>
                        </a:rPr>
                        <a:t>Módulo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graphicFrame>
        <p:nvGraphicFramePr>
          <p:cNvPr id="260" name="Table 7"/>
          <p:cNvGraphicFramePr/>
          <p:nvPr/>
        </p:nvGraphicFramePr>
        <p:xfrm>
          <a:off x="17410159" y="1173572"/>
          <a:ext cx="2396974" cy="99816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96973"/>
              </a:tblGrid>
              <a:tr h="341642">
                <a:tc>
                  <a:txBody>
                    <a:bodyPr/>
                    <a:lstStyle/>
                    <a:p>
                      <a:pPr algn="ctr" defTabSz="1507846">
                        <a:defRPr sz="1800"/>
                      </a:pPr>
                      <a:r>
                        <a:rPr b="1">
                          <a:solidFill>
                            <a:srgbClr val="4C4D4C"/>
                          </a:solidFill>
                        </a:rPr>
                        <a:t>Convención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</a:tr>
              <a:tr h="656518">
                <a:tc>
                  <a:txBody>
                    <a:bodyPr/>
                    <a:lstStyle/>
                    <a:p>
                      <a:pPr algn="ctr" defTabSz="1507846">
                        <a:defRPr sz="1800">
                          <a:solidFill>
                            <a:srgbClr val="4C4D4C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61" name="Table 8"/>
          <p:cNvGraphicFramePr/>
          <p:nvPr/>
        </p:nvGraphicFramePr>
        <p:xfrm>
          <a:off x="17410159" y="2195850"/>
          <a:ext cx="2396974" cy="877177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96973"/>
              </a:tblGrid>
              <a:tr h="8771778">
                <a:tc>
                  <a:txBody>
                    <a:bodyPr/>
                    <a:lstStyle/>
                    <a:p>
                      <a:pPr algn="l" defTabSz="1507846">
                        <a:defRPr sz="1800">
                          <a:solidFill>
                            <a:srgbClr val="4C4D4C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Double-click to edit"/>
          <p:cNvSpPr txBox="1"/>
          <p:nvPr>
            <p:ph type="body" idx="1"/>
          </p:nvPr>
        </p:nvSpPr>
        <p:spPr>
          <a:xfrm>
            <a:off x="532356" y="1299167"/>
            <a:ext cx="18763815" cy="1036190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4" name="Decisiones de diseño y descripción"/>
          <p:cNvSpPr txBox="1"/>
          <p:nvPr>
            <p:ph type="title"/>
          </p:nvPr>
        </p:nvSpPr>
        <p:spPr>
          <a:xfrm>
            <a:off x="603219" y="128803"/>
            <a:ext cx="9532891" cy="865695"/>
          </a:xfrm>
          <a:prstGeom prst="rect">
            <a:avLst/>
          </a:prstGeom>
        </p:spPr>
        <p:txBody>
          <a:bodyPr/>
          <a:lstStyle/>
          <a:p>
            <a:pPr/>
            <a:r>
              <a:t>Decisiones de diseño y descripción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itle 1"/>
          <p:cNvSpPr txBox="1"/>
          <p:nvPr>
            <p:ph type="title"/>
          </p:nvPr>
        </p:nvSpPr>
        <p:spPr>
          <a:xfrm>
            <a:off x="603219" y="128803"/>
            <a:ext cx="8669339" cy="865695"/>
          </a:xfrm>
          <a:prstGeom prst="rect">
            <a:avLst/>
          </a:prstGeom>
        </p:spPr>
        <p:txBody>
          <a:bodyPr/>
          <a:lstStyle/>
          <a:p>
            <a:pPr/>
            <a:r>
              <a:t>Puntos de vista</a:t>
            </a:r>
          </a:p>
        </p:txBody>
      </p:sp>
      <p:graphicFrame>
        <p:nvGraphicFramePr>
          <p:cNvPr id="267" name="Table 6"/>
          <p:cNvGraphicFramePr/>
          <p:nvPr/>
        </p:nvGraphicFramePr>
        <p:xfrm>
          <a:off x="296968" y="1173573"/>
          <a:ext cx="17064697" cy="99816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183995"/>
                <a:gridCol w="5784980"/>
                <a:gridCol w="1448400"/>
                <a:gridCol w="1668024"/>
                <a:gridCol w="1530221"/>
                <a:gridCol w="2537926"/>
                <a:gridCol w="1231641"/>
                <a:gridCol w="1679510"/>
              </a:tblGrid>
              <a:tr h="499080">
                <a:tc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b="1" sz="1600">
                          <a:solidFill>
                            <a:srgbClr val="4C4D4C"/>
                          </a:solidFill>
                        </a:rPr>
                        <a:t>Proyecto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600">
                          <a:solidFill>
                            <a:srgbClr val="4C4D4C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b="1" sz="1600">
                          <a:solidFill>
                            <a:srgbClr val="4C4D4C"/>
                          </a:solidFill>
                        </a:rPr>
                        <a:t>ID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600">
                          <a:solidFill>
                            <a:srgbClr val="4C4D4C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b="1" sz="1600">
                          <a:solidFill>
                            <a:srgbClr val="4C4D4C"/>
                          </a:solidFill>
                        </a:rPr>
                        <a:t>Elaboración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600">
                          <a:solidFill>
                            <a:srgbClr val="4C4D4C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b="1" sz="1600">
                          <a:solidFill>
                            <a:srgbClr val="4C4D4C"/>
                          </a:solidFill>
                        </a:rPr>
                        <a:t>Versión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600">
                          <a:solidFill>
                            <a:srgbClr val="4C4D4C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</a:tr>
              <a:tr h="499080">
                <a:tc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b="1" sz="1600">
                          <a:solidFill>
                            <a:srgbClr val="4C4D4C"/>
                          </a:solidFill>
                        </a:rPr>
                        <a:t>Vista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sz="1600">
                          <a:solidFill>
                            <a:srgbClr val="4C4D4C"/>
                          </a:solidFill>
                        </a:rPr>
                        <a:t>Funcional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b="1" sz="1600">
                          <a:solidFill>
                            <a:srgbClr val="4C4D4C"/>
                          </a:solidFill>
                        </a:rPr>
                        <a:t>Tipo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sz="1600">
                          <a:solidFill>
                            <a:srgbClr val="4C4D4C"/>
                          </a:solidFill>
                        </a:rPr>
                        <a:t>C&amp;C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graphicFrame>
        <p:nvGraphicFramePr>
          <p:cNvPr id="268" name="Table 7"/>
          <p:cNvGraphicFramePr/>
          <p:nvPr/>
        </p:nvGraphicFramePr>
        <p:xfrm>
          <a:off x="17410159" y="1173572"/>
          <a:ext cx="2396974" cy="99816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96973"/>
              </a:tblGrid>
              <a:tr h="341642">
                <a:tc>
                  <a:txBody>
                    <a:bodyPr/>
                    <a:lstStyle/>
                    <a:p>
                      <a:pPr algn="ctr" defTabSz="1507846">
                        <a:defRPr sz="1800"/>
                      </a:pPr>
                      <a:r>
                        <a:rPr b="1">
                          <a:solidFill>
                            <a:srgbClr val="4C4D4C"/>
                          </a:solidFill>
                        </a:rPr>
                        <a:t>Convención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</a:tr>
              <a:tr h="656518">
                <a:tc>
                  <a:txBody>
                    <a:bodyPr/>
                    <a:lstStyle/>
                    <a:p>
                      <a:pPr algn="ctr" defTabSz="1507846">
                        <a:defRPr sz="1800">
                          <a:solidFill>
                            <a:srgbClr val="4C4D4C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69" name="Table 8"/>
          <p:cNvGraphicFramePr/>
          <p:nvPr/>
        </p:nvGraphicFramePr>
        <p:xfrm>
          <a:off x="17410159" y="2195850"/>
          <a:ext cx="2396974" cy="877177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96973"/>
              </a:tblGrid>
              <a:tr h="8771778">
                <a:tc>
                  <a:txBody>
                    <a:bodyPr/>
                    <a:lstStyle/>
                    <a:p>
                      <a:pPr algn="l" defTabSz="1507846">
                        <a:defRPr sz="1800">
                          <a:solidFill>
                            <a:srgbClr val="4C4D4C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Double-click to edit"/>
          <p:cNvSpPr txBox="1"/>
          <p:nvPr>
            <p:ph type="body" idx="1"/>
          </p:nvPr>
        </p:nvSpPr>
        <p:spPr>
          <a:xfrm>
            <a:off x="532356" y="1299167"/>
            <a:ext cx="18763815" cy="1036190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2" name="Decisiones de diseño y descripción"/>
          <p:cNvSpPr txBox="1"/>
          <p:nvPr>
            <p:ph type="title"/>
          </p:nvPr>
        </p:nvSpPr>
        <p:spPr>
          <a:xfrm>
            <a:off x="603219" y="128803"/>
            <a:ext cx="9532891" cy="865695"/>
          </a:xfrm>
          <a:prstGeom prst="rect">
            <a:avLst/>
          </a:prstGeom>
        </p:spPr>
        <p:txBody>
          <a:bodyPr/>
          <a:lstStyle/>
          <a:p>
            <a:pPr/>
            <a:r>
              <a:t>Decisiones de diseño y descripción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itle 1"/>
          <p:cNvSpPr txBox="1"/>
          <p:nvPr>
            <p:ph type="title"/>
          </p:nvPr>
        </p:nvSpPr>
        <p:spPr>
          <a:xfrm>
            <a:off x="603219" y="128803"/>
            <a:ext cx="8669339" cy="865695"/>
          </a:xfrm>
          <a:prstGeom prst="rect">
            <a:avLst/>
          </a:prstGeom>
        </p:spPr>
        <p:txBody>
          <a:bodyPr/>
          <a:lstStyle/>
          <a:p>
            <a:pPr/>
            <a:r>
              <a:t>Puntos de vista</a:t>
            </a:r>
          </a:p>
        </p:txBody>
      </p:sp>
      <p:graphicFrame>
        <p:nvGraphicFramePr>
          <p:cNvPr id="275" name="Table 6"/>
          <p:cNvGraphicFramePr/>
          <p:nvPr/>
        </p:nvGraphicFramePr>
        <p:xfrm>
          <a:off x="296968" y="1173573"/>
          <a:ext cx="17064697" cy="99816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183995"/>
                <a:gridCol w="5784980"/>
                <a:gridCol w="1448400"/>
                <a:gridCol w="1668024"/>
                <a:gridCol w="1530221"/>
                <a:gridCol w="2537926"/>
                <a:gridCol w="1231641"/>
                <a:gridCol w="1679510"/>
              </a:tblGrid>
              <a:tr h="499080">
                <a:tc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b="1" sz="1600">
                          <a:solidFill>
                            <a:srgbClr val="4C4D4C"/>
                          </a:solidFill>
                        </a:rPr>
                        <a:t>Proyecto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600">
                          <a:solidFill>
                            <a:srgbClr val="4C4D4C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b="1" sz="1600">
                          <a:solidFill>
                            <a:srgbClr val="4C4D4C"/>
                          </a:solidFill>
                        </a:rPr>
                        <a:t>ID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600">
                          <a:solidFill>
                            <a:srgbClr val="4C4D4C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b="1" sz="1600">
                          <a:solidFill>
                            <a:srgbClr val="4C4D4C"/>
                          </a:solidFill>
                        </a:rPr>
                        <a:t>Elaboración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600">
                          <a:solidFill>
                            <a:srgbClr val="4C4D4C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b="1" sz="1600">
                          <a:solidFill>
                            <a:srgbClr val="4C4D4C"/>
                          </a:solidFill>
                        </a:rPr>
                        <a:t>Versión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507846">
                        <a:defRPr sz="1600">
                          <a:solidFill>
                            <a:srgbClr val="4C4D4C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</a:tr>
              <a:tr h="499080">
                <a:tc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b="1" sz="1600">
                          <a:solidFill>
                            <a:srgbClr val="4C4D4C"/>
                          </a:solidFill>
                        </a:rPr>
                        <a:t>Vista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sz="1600">
                          <a:solidFill>
                            <a:srgbClr val="4C4D4C"/>
                          </a:solidFill>
                        </a:rPr>
                        <a:t>Información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b="1" sz="1600">
                          <a:solidFill>
                            <a:srgbClr val="4C4D4C"/>
                          </a:solidFill>
                        </a:rPr>
                        <a:t>Tipo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defTabSz="1507846">
                        <a:defRPr sz="1800"/>
                      </a:pPr>
                      <a:r>
                        <a:rPr sz="1600">
                          <a:solidFill>
                            <a:srgbClr val="4C4D4C"/>
                          </a:solidFill>
                        </a:rPr>
                        <a:t>Módulo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graphicFrame>
        <p:nvGraphicFramePr>
          <p:cNvPr id="276" name="Table 7"/>
          <p:cNvGraphicFramePr/>
          <p:nvPr/>
        </p:nvGraphicFramePr>
        <p:xfrm>
          <a:off x="17410159" y="1173572"/>
          <a:ext cx="2396974" cy="99816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96973"/>
              </a:tblGrid>
              <a:tr h="341642">
                <a:tc>
                  <a:txBody>
                    <a:bodyPr/>
                    <a:lstStyle/>
                    <a:p>
                      <a:pPr algn="ctr" defTabSz="1507846">
                        <a:defRPr sz="1800"/>
                      </a:pPr>
                      <a:r>
                        <a:rPr b="1">
                          <a:solidFill>
                            <a:srgbClr val="4C4D4C"/>
                          </a:solidFill>
                        </a:rPr>
                        <a:t>Convención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solidFill>
                      <a:srgbClr val="DBDCDB"/>
                    </a:solidFill>
                  </a:tcPr>
                </a:tc>
              </a:tr>
              <a:tr h="656518">
                <a:tc>
                  <a:txBody>
                    <a:bodyPr/>
                    <a:lstStyle/>
                    <a:p>
                      <a:pPr algn="ctr" defTabSz="1507846">
                        <a:defRPr sz="1800"/>
                      </a:pPr>
                      <a:r>
                        <a:rPr>
                          <a:solidFill>
                            <a:srgbClr val="4C4D4C"/>
                          </a:solidFill>
                        </a:rPr>
                        <a:t>UML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77" name="Table 8"/>
          <p:cNvGraphicFramePr/>
          <p:nvPr/>
        </p:nvGraphicFramePr>
        <p:xfrm>
          <a:off x="17410159" y="2195850"/>
          <a:ext cx="2396974" cy="877177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96973"/>
              </a:tblGrid>
              <a:tr h="8771778">
                <a:tc>
                  <a:txBody>
                    <a:bodyPr/>
                    <a:lstStyle/>
                    <a:p>
                      <a:pPr algn="l" defTabSz="1507846">
                        <a:defRPr sz="1800">
                          <a:solidFill>
                            <a:srgbClr val="4C4D4C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4C4D4C"/>
                      </a:solidFill>
                    </a:lnL>
                    <a:lnR w="12700">
                      <a:solidFill>
                        <a:srgbClr val="4C4D4C"/>
                      </a:solidFill>
                    </a:lnR>
                    <a:lnT w="12700">
                      <a:solidFill>
                        <a:srgbClr val="4C4D4C"/>
                      </a:solidFill>
                    </a:lnT>
                    <a:lnB w="12700">
                      <a:solidFill>
                        <a:srgbClr val="4C4D4C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Double-click to edit"/>
          <p:cNvSpPr txBox="1"/>
          <p:nvPr>
            <p:ph type="body" idx="1"/>
          </p:nvPr>
        </p:nvSpPr>
        <p:spPr>
          <a:xfrm>
            <a:off x="532356" y="1299167"/>
            <a:ext cx="18763815" cy="1036190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0" name="Decisiones de diseño y descripción"/>
          <p:cNvSpPr txBox="1"/>
          <p:nvPr>
            <p:ph type="title"/>
          </p:nvPr>
        </p:nvSpPr>
        <p:spPr>
          <a:xfrm>
            <a:off x="603219" y="128803"/>
            <a:ext cx="9532891" cy="865695"/>
          </a:xfrm>
          <a:prstGeom prst="rect">
            <a:avLst/>
          </a:prstGeom>
        </p:spPr>
        <p:txBody>
          <a:bodyPr/>
          <a:lstStyle/>
          <a:p>
            <a:pPr/>
            <a:r>
              <a:t>Decisiones de diseño y descripción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Diseño para recursos no videos">
  <a:themeElements>
    <a:clrScheme name="Diseño para recursos no video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Diseño para recursos no videos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Diseño para recursos no video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Diseño para recursos no videos">
  <a:themeElements>
    <a:clrScheme name="Diseño para recursos no video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Diseño para recursos no videos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Diseño para recursos no video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